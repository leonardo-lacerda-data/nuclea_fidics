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B26"/>
    <a:srgbClr val="38BDF8"/>
    <a:srgbClr val="0B0E14"/>
    <a:srgbClr val="333333"/>
    <a:srgbClr val="1E1E1E"/>
    <a:srgbClr val="121212"/>
    <a:srgbClr val="1B3363"/>
    <a:srgbClr val="080F1D"/>
    <a:srgbClr val="273D7E"/>
    <a:srgbClr val="47D2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35F21E-D8B4-46A0-98E8-BE900EEB398F}" v="86" dt="2026-04-20T13:16:36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02" y="27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or Coppe" userId="8295ee4e230eb9c8" providerId="LiveId" clId="{E3BA12DA-721C-4079-BA1A-9273FBF4C4DB}"/>
    <pc:docChg chg="undo custSel addSld delSld modSld sldOrd">
      <pc:chgData name="Vitor Coppe" userId="8295ee4e230eb9c8" providerId="LiveId" clId="{E3BA12DA-721C-4079-BA1A-9273FBF4C4DB}" dt="2026-04-20T13:16:36.366" v="765" actId="1076"/>
      <pc:docMkLst>
        <pc:docMk/>
      </pc:docMkLst>
      <pc:sldChg chg="del">
        <pc:chgData name="Vitor Coppe" userId="8295ee4e230eb9c8" providerId="LiveId" clId="{E3BA12DA-721C-4079-BA1A-9273FBF4C4DB}" dt="2026-04-20T13:16:06.725" v="753" actId="2696"/>
        <pc:sldMkLst>
          <pc:docMk/>
          <pc:sldMk cId="3990967188" sldId="256"/>
        </pc:sldMkLst>
      </pc:sldChg>
      <pc:sldChg chg="addSp delSp modSp new mod ord">
        <pc:chgData name="Vitor Coppe" userId="8295ee4e230eb9c8" providerId="LiveId" clId="{E3BA12DA-721C-4079-BA1A-9273FBF4C4DB}" dt="2026-04-20T13:16:36.366" v="765" actId="1076"/>
        <pc:sldMkLst>
          <pc:docMk/>
          <pc:sldMk cId="774887062" sldId="257"/>
        </pc:sldMkLst>
        <pc:spChg chg="add mod">
          <ac:chgData name="Vitor Coppe" userId="8295ee4e230eb9c8" providerId="LiveId" clId="{E3BA12DA-721C-4079-BA1A-9273FBF4C4DB}" dt="2026-04-07T02:29:36.265" v="45" actId="1038"/>
          <ac:spMkLst>
            <pc:docMk/>
            <pc:sldMk cId="774887062" sldId="257"/>
            <ac:spMk id="5" creationId="{E31CC3CC-0F18-84B2-B7CB-08400C718655}"/>
          </ac:spMkLst>
        </pc:spChg>
        <pc:spChg chg="add mod">
          <ac:chgData name="Vitor Coppe" userId="8295ee4e230eb9c8" providerId="LiveId" clId="{E3BA12DA-721C-4079-BA1A-9273FBF4C4DB}" dt="2026-04-07T02:29:36.265" v="45" actId="1038"/>
          <ac:spMkLst>
            <pc:docMk/>
            <pc:sldMk cId="774887062" sldId="257"/>
            <ac:spMk id="6" creationId="{9F31D640-562B-5869-A7F2-4E8272138388}"/>
          </ac:spMkLst>
        </pc:spChg>
        <pc:spChg chg="add mod">
          <ac:chgData name="Vitor Coppe" userId="8295ee4e230eb9c8" providerId="LiveId" clId="{E3BA12DA-721C-4079-BA1A-9273FBF4C4DB}" dt="2026-04-07T02:29:36.265" v="45" actId="1038"/>
          <ac:spMkLst>
            <pc:docMk/>
            <pc:sldMk cId="774887062" sldId="257"/>
            <ac:spMk id="7" creationId="{E7C42D5D-A7EA-771D-DFE5-154154494219}"/>
          </ac:spMkLst>
        </pc:spChg>
        <pc:spChg chg="add mod">
          <ac:chgData name="Vitor Coppe" userId="8295ee4e230eb9c8" providerId="LiveId" clId="{E3BA12DA-721C-4079-BA1A-9273FBF4C4DB}" dt="2026-04-07T02:29:36.265" v="45" actId="1038"/>
          <ac:spMkLst>
            <pc:docMk/>
            <pc:sldMk cId="774887062" sldId="257"/>
            <ac:spMk id="8" creationId="{5348E054-D0F4-CA84-0263-450713C1767B}"/>
          </ac:spMkLst>
        </pc:spChg>
        <pc:spChg chg="add mod">
          <ac:chgData name="Vitor Coppe" userId="8295ee4e230eb9c8" providerId="LiveId" clId="{E3BA12DA-721C-4079-BA1A-9273FBF4C4DB}" dt="2026-04-07T02:29:36.265" v="45" actId="1038"/>
          <ac:spMkLst>
            <pc:docMk/>
            <pc:sldMk cId="774887062" sldId="257"/>
            <ac:spMk id="9" creationId="{6697587C-877F-BCB8-A985-273B3F4BC11C}"/>
          </ac:spMkLst>
        </pc:spChg>
        <pc:spChg chg="add mod">
          <ac:chgData name="Vitor Coppe" userId="8295ee4e230eb9c8" providerId="LiveId" clId="{E3BA12DA-721C-4079-BA1A-9273FBF4C4DB}" dt="2026-04-07T02:28:36.081" v="31" actId="164"/>
          <ac:spMkLst>
            <pc:docMk/>
            <pc:sldMk cId="774887062" sldId="257"/>
            <ac:spMk id="10" creationId="{97ADB964-7B87-B02D-B5DC-5592E1534C41}"/>
          </ac:spMkLst>
        </pc:spChg>
        <pc:spChg chg="add mod">
          <ac:chgData name="Vitor Coppe" userId="8295ee4e230eb9c8" providerId="LiveId" clId="{E3BA12DA-721C-4079-BA1A-9273FBF4C4DB}" dt="2026-04-07T02:28:36.081" v="31" actId="164"/>
          <ac:spMkLst>
            <pc:docMk/>
            <pc:sldMk cId="774887062" sldId="257"/>
            <ac:spMk id="11" creationId="{8EAA9D9A-8283-A8C4-64B4-D74C74C0D40D}"/>
          </ac:spMkLst>
        </pc:spChg>
        <pc:spChg chg="add mod">
          <ac:chgData name="Vitor Coppe" userId="8295ee4e230eb9c8" providerId="LiveId" clId="{E3BA12DA-721C-4079-BA1A-9273FBF4C4DB}" dt="2026-04-07T02:28:36.081" v="31" actId="164"/>
          <ac:spMkLst>
            <pc:docMk/>
            <pc:sldMk cId="774887062" sldId="257"/>
            <ac:spMk id="12" creationId="{2429FC4A-1C59-A69E-528C-3BA32FB5CDEC}"/>
          </ac:spMkLst>
        </pc:spChg>
        <pc:grpChg chg="add mod">
          <ac:chgData name="Vitor Coppe" userId="8295ee4e230eb9c8" providerId="LiveId" clId="{E3BA12DA-721C-4079-BA1A-9273FBF4C4DB}" dt="2026-04-20T13:16:36.366" v="765" actId="1076"/>
          <ac:grpSpMkLst>
            <pc:docMk/>
            <pc:sldMk cId="774887062" sldId="257"/>
            <ac:grpSpMk id="2" creationId="{47704083-5BED-8A2E-A889-ADE96D71080C}"/>
          </ac:grpSpMkLst>
        </pc:grpChg>
        <pc:grpChg chg="add mod">
          <ac:chgData name="Vitor Coppe" userId="8295ee4e230eb9c8" providerId="LiveId" clId="{E3BA12DA-721C-4079-BA1A-9273FBF4C4DB}" dt="2026-04-07T02:29:40.919" v="63" actId="1035"/>
          <ac:grpSpMkLst>
            <pc:docMk/>
            <pc:sldMk cId="774887062" sldId="257"/>
            <ac:grpSpMk id="13" creationId="{EC40ACB8-DD66-B340-E90D-ACAAAE8B5D46}"/>
          </ac:grpSpMkLst>
        </pc:grpChg>
        <pc:picChg chg="mod">
          <ac:chgData name="Vitor Coppe" userId="8295ee4e230eb9c8" providerId="LiveId" clId="{E3BA12DA-721C-4079-BA1A-9273FBF4C4DB}" dt="2026-04-20T13:16:36.366" v="765" actId="1076"/>
          <ac:picMkLst>
            <pc:docMk/>
            <pc:sldMk cId="774887062" sldId="257"/>
            <ac:picMk id="3" creationId="{EEE38971-152E-620F-9B3B-5472A12218D8}"/>
          </ac:picMkLst>
        </pc:picChg>
        <pc:picChg chg="add mod">
          <ac:chgData name="Vitor Coppe" userId="8295ee4e230eb9c8" providerId="LiveId" clId="{E3BA12DA-721C-4079-BA1A-9273FBF4C4DB}" dt="2026-04-07T02:30:21.315" v="66" actId="1076"/>
          <ac:picMkLst>
            <pc:docMk/>
            <pc:sldMk cId="774887062" sldId="257"/>
            <ac:picMk id="4" creationId="{FDFC0853-0371-C9EC-CA68-153B33FF40B8}"/>
          </ac:picMkLst>
        </pc:picChg>
        <pc:picChg chg="mod">
          <ac:chgData name="Vitor Coppe" userId="8295ee4e230eb9c8" providerId="LiveId" clId="{E3BA12DA-721C-4079-BA1A-9273FBF4C4DB}" dt="2026-04-20T13:16:36.366" v="765" actId="1076"/>
          <ac:picMkLst>
            <pc:docMk/>
            <pc:sldMk cId="774887062" sldId="257"/>
            <ac:picMk id="14" creationId="{24D7DFB6-6E02-C164-11D3-22C70FEFF38F}"/>
          </ac:picMkLst>
        </pc:picChg>
        <pc:picChg chg="add mod">
          <ac:chgData name="Vitor Coppe" userId="8295ee4e230eb9c8" providerId="LiveId" clId="{E3BA12DA-721C-4079-BA1A-9273FBF4C4DB}" dt="2026-04-07T02:31:52.688" v="144" actId="1076"/>
          <ac:picMkLst>
            <pc:docMk/>
            <pc:sldMk cId="774887062" sldId="257"/>
            <ac:picMk id="15" creationId="{60F3B694-32A2-DA3F-7110-02570FE94EAF}"/>
          </ac:picMkLst>
        </pc:picChg>
        <pc:picChg chg="add mod">
          <ac:chgData name="Vitor Coppe" userId="8295ee4e230eb9c8" providerId="LiveId" clId="{E3BA12DA-721C-4079-BA1A-9273FBF4C4DB}" dt="2026-04-07T02:31:58.320" v="146" actId="1076"/>
          <ac:picMkLst>
            <pc:docMk/>
            <pc:sldMk cId="774887062" sldId="257"/>
            <ac:picMk id="17" creationId="{6B9D457B-B309-4958-A731-847E452EB463}"/>
          </ac:picMkLst>
        </pc:picChg>
        <pc:picChg chg="add mod">
          <ac:chgData name="Vitor Coppe" userId="8295ee4e230eb9c8" providerId="LiveId" clId="{E3BA12DA-721C-4079-BA1A-9273FBF4C4DB}" dt="2026-04-07T02:31:55.336" v="145" actId="1076"/>
          <ac:picMkLst>
            <pc:docMk/>
            <pc:sldMk cId="774887062" sldId="257"/>
            <ac:picMk id="19" creationId="{4551682A-BBB9-2A27-1674-61622665DA53}"/>
          </ac:picMkLst>
        </pc:picChg>
        <pc:picChg chg="add mod">
          <ac:chgData name="Vitor Coppe" userId="8295ee4e230eb9c8" providerId="LiveId" clId="{E3BA12DA-721C-4079-BA1A-9273FBF4C4DB}" dt="2026-04-07T02:32:01.150" v="147" actId="1076"/>
          <ac:picMkLst>
            <pc:docMk/>
            <pc:sldMk cId="774887062" sldId="257"/>
            <ac:picMk id="21" creationId="{9369B0C2-C3D1-7435-C654-3F564BB14194}"/>
          </ac:picMkLst>
        </pc:picChg>
      </pc:sldChg>
      <pc:sldChg chg="addSp delSp modSp new del mod">
        <pc:chgData name="Vitor Coppe" userId="8295ee4e230eb9c8" providerId="LiveId" clId="{E3BA12DA-721C-4079-BA1A-9273FBF4C4DB}" dt="2026-04-20T13:16:15.932" v="754" actId="2696"/>
        <pc:sldMkLst>
          <pc:docMk/>
          <pc:sldMk cId="3993630482" sldId="258"/>
        </pc:sldMkLst>
        <pc:spChg chg="del">
          <ac:chgData name="Vitor Coppe" userId="8295ee4e230eb9c8" providerId="LiveId" clId="{E3BA12DA-721C-4079-BA1A-9273FBF4C4DB}" dt="2026-04-19T23:15:26.333" v="150" actId="478"/>
          <ac:spMkLst>
            <pc:docMk/>
            <pc:sldMk cId="3993630482" sldId="258"/>
            <ac:spMk id="2" creationId="{C2409D43-B00C-9E63-4A77-0C9C5AA2D4F5}"/>
          </ac:spMkLst>
        </pc:spChg>
        <pc:spChg chg="del">
          <ac:chgData name="Vitor Coppe" userId="8295ee4e230eb9c8" providerId="LiveId" clId="{E3BA12DA-721C-4079-BA1A-9273FBF4C4DB}" dt="2026-04-19T23:15:27.731" v="151" actId="478"/>
          <ac:spMkLst>
            <pc:docMk/>
            <pc:sldMk cId="3993630482" sldId="258"/>
            <ac:spMk id="3" creationId="{2062F9BC-4D47-25FD-0DC8-A8C1EA5D4D7D}"/>
          </ac:spMkLst>
        </pc:spChg>
        <pc:spChg chg="add mod">
          <ac:chgData name="Vitor Coppe" userId="8295ee4e230eb9c8" providerId="LiveId" clId="{E3BA12DA-721C-4079-BA1A-9273FBF4C4DB}" dt="2026-04-20T11:42:48.402" v="342" actId="207"/>
          <ac:spMkLst>
            <pc:docMk/>
            <pc:sldMk cId="3993630482" sldId="258"/>
            <ac:spMk id="7" creationId="{2AB8FB7B-ED7B-1E73-5257-0AD7EFD97750}"/>
          </ac:spMkLst>
        </pc:spChg>
        <pc:spChg chg="add mod">
          <ac:chgData name="Vitor Coppe" userId="8295ee4e230eb9c8" providerId="LiveId" clId="{E3BA12DA-721C-4079-BA1A-9273FBF4C4DB}" dt="2026-04-19T23:22:16.080" v="223" actId="207"/>
          <ac:spMkLst>
            <pc:docMk/>
            <pc:sldMk cId="3993630482" sldId="258"/>
            <ac:spMk id="8" creationId="{A6933122-88D1-3F84-59F3-2F840A918338}"/>
          </ac:spMkLst>
        </pc:spChg>
        <pc:spChg chg="add mod">
          <ac:chgData name="Vitor Coppe" userId="8295ee4e230eb9c8" providerId="LiveId" clId="{E3BA12DA-721C-4079-BA1A-9273FBF4C4DB}" dt="2026-04-19T23:23:30.549" v="250" actId="1036"/>
          <ac:spMkLst>
            <pc:docMk/>
            <pc:sldMk cId="3993630482" sldId="258"/>
            <ac:spMk id="9" creationId="{A892968A-540E-9105-25F7-34A2E84D99BB}"/>
          </ac:spMkLst>
        </pc:spChg>
        <pc:spChg chg="add mod">
          <ac:chgData name="Vitor Coppe" userId="8295ee4e230eb9c8" providerId="LiveId" clId="{E3BA12DA-721C-4079-BA1A-9273FBF4C4DB}" dt="2026-04-19T23:23:36.753" v="251" actId="465"/>
          <ac:spMkLst>
            <pc:docMk/>
            <pc:sldMk cId="3993630482" sldId="258"/>
            <ac:spMk id="10" creationId="{579EEE8B-6AF5-8111-4C04-5073E3B2485E}"/>
          </ac:spMkLst>
        </pc:spChg>
        <pc:spChg chg="add mod">
          <ac:chgData name="Vitor Coppe" userId="8295ee4e230eb9c8" providerId="LiveId" clId="{E3BA12DA-721C-4079-BA1A-9273FBF4C4DB}" dt="2026-04-19T23:23:36.753" v="251" actId="465"/>
          <ac:spMkLst>
            <pc:docMk/>
            <pc:sldMk cId="3993630482" sldId="258"/>
            <ac:spMk id="11" creationId="{89DAA06C-4FBE-B7EC-3843-5A901DEA0708}"/>
          </ac:spMkLst>
        </pc:spChg>
        <pc:spChg chg="add mod">
          <ac:chgData name="Vitor Coppe" userId="8295ee4e230eb9c8" providerId="LiveId" clId="{E3BA12DA-721C-4079-BA1A-9273FBF4C4DB}" dt="2026-04-19T23:23:16.097" v="235" actId="571"/>
          <ac:spMkLst>
            <pc:docMk/>
            <pc:sldMk cId="3993630482" sldId="258"/>
            <ac:spMk id="12" creationId="{8E623EA7-363C-5F4A-1ED5-F390658E70F9}"/>
          </ac:spMkLst>
        </pc:spChg>
        <pc:spChg chg="add mod">
          <ac:chgData name="Vitor Coppe" userId="8295ee4e230eb9c8" providerId="LiveId" clId="{E3BA12DA-721C-4079-BA1A-9273FBF4C4DB}" dt="2026-04-19T23:35:44.362" v="324" actId="14100"/>
          <ac:spMkLst>
            <pc:docMk/>
            <pc:sldMk cId="3993630482" sldId="258"/>
            <ac:spMk id="13" creationId="{D973D7F7-0389-2D5B-D6E9-1C7932E8B459}"/>
          </ac:spMkLst>
        </pc:spChg>
        <pc:spChg chg="add mod">
          <ac:chgData name="Vitor Coppe" userId="8295ee4e230eb9c8" providerId="LiveId" clId="{E3BA12DA-721C-4079-BA1A-9273FBF4C4DB}" dt="2026-04-19T23:26:55.884" v="285" actId="1038"/>
          <ac:spMkLst>
            <pc:docMk/>
            <pc:sldMk cId="3993630482" sldId="258"/>
            <ac:spMk id="14" creationId="{A4445D56-F520-F028-4D05-6DFE9D4AE14D}"/>
          </ac:spMkLst>
        </pc:spChg>
        <pc:spChg chg="add mod">
          <ac:chgData name="Vitor Coppe" userId="8295ee4e230eb9c8" providerId="LiveId" clId="{E3BA12DA-721C-4079-BA1A-9273FBF4C4DB}" dt="2026-04-19T23:35:48.552" v="325" actId="14100"/>
          <ac:spMkLst>
            <pc:docMk/>
            <pc:sldMk cId="3993630482" sldId="258"/>
            <ac:spMk id="15" creationId="{7B04781F-B5F1-2F0B-A11F-B908B7E301FC}"/>
          </ac:spMkLst>
        </pc:spChg>
        <pc:spChg chg="add mod">
          <ac:chgData name="Vitor Coppe" userId="8295ee4e230eb9c8" providerId="LiveId" clId="{E3BA12DA-721C-4079-BA1A-9273FBF4C4DB}" dt="2026-04-19T23:35:32.728" v="323" actId="14100"/>
          <ac:spMkLst>
            <pc:docMk/>
            <pc:sldMk cId="3993630482" sldId="258"/>
            <ac:spMk id="16" creationId="{E8DC9F26-B9EA-475E-BED9-01E5A99F7B0D}"/>
          </ac:spMkLst>
        </pc:spChg>
        <pc:picChg chg="add del mod">
          <ac:chgData name="Vitor Coppe" userId="8295ee4e230eb9c8" providerId="LiveId" clId="{E3BA12DA-721C-4079-BA1A-9273FBF4C4DB}" dt="2026-04-19T23:17:46.182" v="153" actId="478"/>
          <ac:picMkLst>
            <pc:docMk/>
            <pc:sldMk cId="3993630482" sldId="258"/>
            <ac:picMk id="4" creationId="{90F69D53-9C21-22E7-FA07-5F7F39CBC746}"/>
          </ac:picMkLst>
        </pc:picChg>
        <pc:picChg chg="add mod">
          <ac:chgData name="Vitor Coppe" userId="8295ee4e230eb9c8" providerId="LiveId" clId="{E3BA12DA-721C-4079-BA1A-9273FBF4C4DB}" dt="2026-04-19T23:19:12.498" v="157" actId="14100"/>
          <ac:picMkLst>
            <pc:docMk/>
            <pc:sldMk cId="3993630482" sldId="258"/>
            <ac:picMk id="6" creationId="{EC8B8E96-AF70-832D-B0BC-EEFEF5FE3C97}"/>
          </ac:picMkLst>
        </pc:picChg>
        <pc:picChg chg="add del mod">
          <ac:chgData name="Vitor Coppe" userId="8295ee4e230eb9c8" providerId="LiveId" clId="{E3BA12DA-721C-4079-BA1A-9273FBF4C4DB}" dt="2026-04-19T23:29:50.027" v="315" actId="478"/>
          <ac:picMkLst>
            <pc:docMk/>
            <pc:sldMk cId="3993630482" sldId="258"/>
            <ac:picMk id="17" creationId="{58E1BAF2-AC6F-91BF-BB57-B0F0A41745B5}"/>
          </ac:picMkLst>
        </pc:picChg>
      </pc:sldChg>
      <pc:sldChg chg="addSp delSp modSp new mod setBg">
        <pc:chgData name="Vitor Coppe" userId="8295ee4e230eb9c8" providerId="LiveId" clId="{E3BA12DA-721C-4079-BA1A-9273FBF4C4DB}" dt="2026-04-20T12:15:16.156" v="564" actId="14100"/>
        <pc:sldMkLst>
          <pc:docMk/>
          <pc:sldMk cId="3900105896" sldId="259"/>
        </pc:sldMkLst>
        <pc:spChg chg="del">
          <ac:chgData name="Vitor Coppe" userId="8295ee4e230eb9c8" providerId="LiveId" clId="{E3BA12DA-721C-4079-BA1A-9273FBF4C4DB}" dt="2026-04-19T23:28:34.750" v="298" actId="478"/>
          <ac:spMkLst>
            <pc:docMk/>
            <pc:sldMk cId="3900105896" sldId="259"/>
            <ac:spMk id="2" creationId="{C3B4EBFC-177D-E876-961A-05B5C72F0773}"/>
          </ac:spMkLst>
        </pc:spChg>
        <pc:spChg chg="del">
          <ac:chgData name="Vitor Coppe" userId="8295ee4e230eb9c8" providerId="LiveId" clId="{E3BA12DA-721C-4079-BA1A-9273FBF4C4DB}" dt="2026-04-19T23:28:36.855" v="299" actId="478"/>
          <ac:spMkLst>
            <pc:docMk/>
            <pc:sldMk cId="3900105896" sldId="259"/>
            <ac:spMk id="3" creationId="{BA3060BF-2868-4854-401F-6687041B80FE}"/>
          </ac:spMkLst>
        </pc:spChg>
        <pc:spChg chg="add">
          <ac:chgData name="Vitor Coppe" userId="8295ee4e230eb9c8" providerId="LiveId" clId="{E3BA12DA-721C-4079-BA1A-9273FBF4C4DB}" dt="2026-04-19T23:28:55.431" v="302" actId="26606"/>
          <ac:spMkLst>
            <pc:docMk/>
            <pc:sldMk cId="3900105896" sldId="259"/>
            <ac:spMk id="11" creationId="{80CCAACE-815D-4A79-875A-B7EFC28F7D2B}"/>
          </ac:spMkLst>
        </pc:spChg>
        <pc:spChg chg="add mod">
          <ac:chgData name="Vitor Coppe" userId="8295ee4e230eb9c8" providerId="LiveId" clId="{E3BA12DA-721C-4079-BA1A-9273FBF4C4DB}" dt="2026-04-20T11:52:24.093" v="459" actId="14100"/>
          <ac:spMkLst>
            <pc:docMk/>
            <pc:sldMk cId="3900105896" sldId="259"/>
            <ac:spMk id="12" creationId="{FAF0C536-F9BB-F133-76DF-161138300810}"/>
          </ac:spMkLst>
        </pc:spChg>
        <pc:spChg chg="add mod">
          <ac:chgData name="Vitor Coppe" userId="8295ee4e230eb9c8" providerId="LiveId" clId="{E3BA12DA-721C-4079-BA1A-9273FBF4C4DB}" dt="2026-04-20T11:54:23.551" v="499" actId="553"/>
          <ac:spMkLst>
            <pc:docMk/>
            <pc:sldMk cId="3900105896" sldId="259"/>
            <ac:spMk id="13" creationId="{E04A95CF-77F3-7811-01F1-D471E6A4A483}"/>
          </ac:spMkLst>
        </pc:spChg>
        <pc:spChg chg="add mod">
          <ac:chgData name="Vitor Coppe" userId="8295ee4e230eb9c8" providerId="LiveId" clId="{E3BA12DA-721C-4079-BA1A-9273FBF4C4DB}" dt="2026-04-20T11:54:03.614" v="496" actId="1076"/>
          <ac:spMkLst>
            <pc:docMk/>
            <pc:sldMk cId="3900105896" sldId="259"/>
            <ac:spMk id="14" creationId="{8C5C9184-F978-3461-95AB-A95BEE615098}"/>
          </ac:spMkLst>
        </pc:spChg>
        <pc:spChg chg="add mod">
          <ac:chgData name="Vitor Coppe" userId="8295ee4e230eb9c8" providerId="LiveId" clId="{E3BA12DA-721C-4079-BA1A-9273FBF4C4DB}" dt="2026-04-20T11:54:03.614" v="496" actId="1076"/>
          <ac:spMkLst>
            <pc:docMk/>
            <pc:sldMk cId="3900105896" sldId="259"/>
            <ac:spMk id="15" creationId="{3D83C934-9C3F-F9C5-2C5E-939755F3C50E}"/>
          </ac:spMkLst>
        </pc:spChg>
        <pc:spChg chg="add mod">
          <ac:chgData name="Vitor Coppe" userId="8295ee4e230eb9c8" providerId="LiveId" clId="{E3BA12DA-721C-4079-BA1A-9273FBF4C4DB}" dt="2026-04-20T11:54:03.614" v="496" actId="1076"/>
          <ac:spMkLst>
            <pc:docMk/>
            <pc:sldMk cId="3900105896" sldId="259"/>
            <ac:spMk id="16" creationId="{983F1365-5F2F-FB56-1D23-037DB1F84415}"/>
          </ac:spMkLst>
        </pc:spChg>
        <pc:spChg chg="add mod">
          <ac:chgData name="Vitor Coppe" userId="8295ee4e230eb9c8" providerId="LiveId" clId="{E3BA12DA-721C-4079-BA1A-9273FBF4C4DB}" dt="2026-04-20T11:52:46.349" v="466" actId="14100"/>
          <ac:spMkLst>
            <pc:docMk/>
            <pc:sldMk cId="3900105896" sldId="259"/>
            <ac:spMk id="17" creationId="{0C363D91-2FB8-8EC8-3F7A-917ED121BE5A}"/>
          </ac:spMkLst>
        </pc:spChg>
        <pc:spChg chg="add mod">
          <ac:chgData name="Vitor Coppe" userId="8295ee4e230eb9c8" providerId="LiveId" clId="{E3BA12DA-721C-4079-BA1A-9273FBF4C4DB}" dt="2026-04-20T12:15:14.301" v="563" actId="14100"/>
          <ac:spMkLst>
            <pc:docMk/>
            <pc:sldMk cId="3900105896" sldId="259"/>
            <ac:spMk id="18" creationId="{4C231959-AF89-5DAB-A934-E524A1EB9BA4}"/>
          </ac:spMkLst>
        </pc:spChg>
        <pc:spChg chg="add mod">
          <ac:chgData name="Vitor Coppe" userId="8295ee4e230eb9c8" providerId="LiveId" clId="{E3BA12DA-721C-4079-BA1A-9273FBF4C4DB}" dt="2026-04-20T11:54:23.551" v="499" actId="553"/>
          <ac:spMkLst>
            <pc:docMk/>
            <pc:sldMk cId="3900105896" sldId="259"/>
            <ac:spMk id="19" creationId="{A0B3B01A-B5DE-7CEC-BB51-4AAEBFC764C3}"/>
          </ac:spMkLst>
        </pc:spChg>
        <pc:spChg chg="add mod">
          <ac:chgData name="Vitor Coppe" userId="8295ee4e230eb9c8" providerId="LiveId" clId="{E3BA12DA-721C-4079-BA1A-9273FBF4C4DB}" dt="2026-04-20T12:15:16.156" v="564" actId="14100"/>
          <ac:spMkLst>
            <pc:docMk/>
            <pc:sldMk cId="3900105896" sldId="259"/>
            <ac:spMk id="20" creationId="{BF84ADAA-1D31-4D2C-04DE-0C7E013B91A8}"/>
          </ac:spMkLst>
        </pc:spChg>
        <pc:spChg chg="add mod">
          <ac:chgData name="Vitor Coppe" userId="8295ee4e230eb9c8" providerId="LiveId" clId="{E3BA12DA-721C-4079-BA1A-9273FBF4C4DB}" dt="2026-04-20T12:14:36.639" v="549" actId="14100"/>
          <ac:spMkLst>
            <pc:docMk/>
            <pc:sldMk cId="3900105896" sldId="259"/>
            <ac:spMk id="21" creationId="{E7D0F388-6577-9C7D-F1A4-F248BAC41F0F}"/>
          </ac:spMkLst>
        </pc:spChg>
        <pc:grpChg chg="add mod">
          <ac:chgData name="Vitor Coppe" userId="8295ee4e230eb9c8" providerId="LiveId" clId="{E3BA12DA-721C-4079-BA1A-9273FBF4C4DB}" dt="2026-04-20T12:01:15.765" v="532" actId="1076"/>
          <ac:grpSpMkLst>
            <pc:docMk/>
            <pc:sldMk cId="3900105896" sldId="259"/>
            <ac:grpSpMk id="24" creationId="{92EC9BC2-5347-F335-737C-79CADF413032}"/>
          </ac:grpSpMkLst>
        </pc:grpChg>
        <pc:picChg chg="add del mod ord">
          <ac:chgData name="Vitor Coppe" userId="8295ee4e230eb9c8" providerId="LiveId" clId="{E3BA12DA-721C-4079-BA1A-9273FBF4C4DB}" dt="2026-04-19T23:29:04.557" v="303" actId="478"/>
          <ac:picMkLst>
            <pc:docMk/>
            <pc:sldMk cId="3900105896" sldId="259"/>
            <ac:picMk id="4" creationId="{9E772ECD-8CA2-047E-D3E5-8CCEAE2659B6}"/>
          </ac:picMkLst>
        </pc:picChg>
        <pc:picChg chg="add del mod">
          <ac:chgData name="Vitor Coppe" userId="8295ee4e230eb9c8" providerId="LiveId" clId="{E3BA12DA-721C-4079-BA1A-9273FBF4C4DB}" dt="2026-04-19T23:29:10.230" v="306" actId="478"/>
          <ac:picMkLst>
            <pc:docMk/>
            <pc:sldMk cId="3900105896" sldId="259"/>
            <ac:picMk id="6" creationId="{86687F3D-748A-3794-1359-2CE0115ECBA4}"/>
          </ac:picMkLst>
        </pc:picChg>
        <pc:picChg chg="add del mod modCrop">
          <ac:chgData name="Vitor Coppe" userId="8295ee4e230eb9c8" providerId="LiveId" clId="{E3BA12DA-721C-4079-BA1A-9273FBF4C4DB}" dt="2026-04-19T23:29:54.765" v="316" actId="478"/>
          <ac:picMkLst>
            <pc:docMk/>
            <pc:sldMk cId="3900105896" sldId="259"/>
            <ac:picMk id="8" creationId="{349976F0-5F1B-F16A-A1AE-4AAD2D72CF3D}"/>
          </ac:picMkLst>
        </pc:picChg>
        <pc:picChg chg="add del mod modCrop">
          <ac:chgData name="Vitor Coppe" userId="8295ee4e230eb9c8" providerId="LiveId" clId="{E3BA12DA-721C-4079-BA1A-9273FBF4C4DB}" dt="2026-04-20T11:43:06.690" v="343" actId="478"/>
          <ac:picMkLst>
            <pc:docMk/>
            <pc:sldMk cId="3900105896" sldId="259"/>
            <ac:picMk id="10" creationId="{C397AB7A-B649-A080-DE26-5D94269BF594}"/>
          </ac:picMkLst>
        </pc:picChg>
        <pc:picChg chg="add del">
          <ac:chgData name="Vitor Coppe" userId="8295ee4e230eb9c8" providerId="LiveId" clId="{E3BA12DA-721C-4079-BA1A-9273FBF4C4DB}" dt="2026-04-20T11:58:08.348" v="503" actId="478"/>
          <ac:picMkLst>
            <pc:docMk/>
            <pc:sldMk cId="3900105896" sldId="259"/>
            <ac:picMk id="23" creationId="{F98CCC82-9784-8BFA-C1D4-ECFF57D27895}"/>
          </ac:picMkLst>
        </pc:picChg>
        <pc:picChg chg="mod">
          <ac:chgData name="Vitor Coppe" userId="8295ee4e230eb9c8" providerId="LiveId" clId="{E3BA12DA-721C-4079-BA1A-9273FBF4C4DB}" dt="2026-04-20T12:01:15.765" v="532" actId="1076"/>
          <ac:picMkLst>
            <pc:docMk/>
            <pc:sldMk cId="3900105896" sldId="259"/>
            <ac:picMk id="25" creationId="{7168F294-CAB4-580B-F21B-CCCC09817AA9}"/>
          </ac:picMkLst>
        </pc:picChg>
        <pc:picChg chg="mod">
          <ac:chgData name="Vitor Coppe" userId="8295ee4e230eb9c8" providerId="LiveId" clId="{E3BA12DA-721C-4079-BA1A-9273FBF4C4DB}" dt="2026-04-20T12:01:15.765" v="532" actId="1076"/>
          <ac:picMkLst>
            <pc:docMk/>
            <pc:sldMk cId="3900105896" sldId="259"/>
            <ac:picMk id="26" creationId="{53F82F91-E3DF-250B-C203-7C4380476208}"/>
          </ac:picMkLst>
        </pc:picChg>
      </pc:sldChg>
      <pc:sldChg chg="addSp modSp new mod ord">
        <pc:chgData name="Vitor Coppe" userId="8295ee4e230eb9c8" providerId="LiveId" clId="{E3BA12DA-721C-4079-BA1A-9273FBF4C4DB}" dt="2026-04-20T13:16:18.866" v="756"/>
        <pc:sldMkLst>
          <pc:docMk/>
          <pc:sldMk cId="4211453564" sldId="260"/>
        </pc:sldMkLst>
        <pc:grpChg chg="add mod">
          <ac:chgData name="Vitor Coppe" userId="8295ee4e230eb9c8" providerId="LiveId" clId="{E3BA12DA-721C-4079-BA1A-9273FBF4C4DB}" dt="2026-04-20T12:00:53.986" v="525" actId="164"/>
          <ac:grpSpMkLst>
            <pc:docMk/>
            <pc:sldMk cId="4211453564" sldId="260"/>
            <ac:grpSpMk id="4" creationId="{B796976F-786D-2C08-6CDD-297DE43B62C0}"/>
          </ac:grpSpMkLst>
        </pc:grpChg>
        <pc:picChg chg="add mod">
          <ac:chgData name="Vitor Coppe" userId="8295ee4e230eb9c8" providerId="LiveId" clId="{E3BA12DA-721C-4079-BA1A-9273FBF4C4DB}" dt="2026-04-20T12:00:53.986" v="525" actId="164"/>
          <ac:picMkLst>
            <pc:docMk/>
            <pc:sldMk cId="4211453564" sldId="260"/>
            <ac:picMk id="2" creationId="{B822E333-26BB-59EA-1A33-1BB59884E9B2}"/>
          </ac:picMkLst>
        </pc:picChg>
        <pc:picChg chg="add mod">
          <ac:chgData name="Vitor Coppe" userId="8295ee4e230eb9c8" providerId="LiveId" clId="{E3BA12DA-721C-4079-BA1A-9273FBF4C4DB}" dt="2026-04-20T12:00:53.986" v="525" actId="164"/>
          <ac:picMkLst>
            <pc:docMk/>
            <pc:sldMk cId="4211453564" sldId="260"/>
            <ac:picMk id="3" creationId="{C1D5321F-BCC4-7DD0-17E6-060BBEE2F168}"/>
          </ac:picMkLst>
        </pc:picChg>
        <pc:picChg chg="add mod">
          <ac:chgData name="Vitor Coppe" userId="8295ee4e230eb9c8" providerId="LiveId" clId="{E3BA12DA-721C-4079-BA1A-9273FBF4C4DB}" dt="2026-04-20T12:58:59.289" v="646" actId="208"/>
          <ac:picMkLst>
            <pc:docMk/>
            <pc:sldMk cId="4211453564" sldId="260"/>
            <ac:picMk id="5" creationId="{CD0226A9-F195-C27D-CADE-826D7CFA8843}"/>
          </ac:picMkLst>
        </pc:picChg>
      </pc:sldChg>
      <pc:sldChg chg="delSp modSp add mod">
        <pc:chgData name="Vitor Coppe" userId="8295ee4e230eb9c8" providerId="LiveId" clId="{E3BA12DA-721C-4079-BA1A-9273FBF4C4DB}" dt="2026-04-20T12:27:53.077" v="603" actId="1076"/>
        <pc:sldMkLst>
          <pc:docMk/>
          <pc:sldMk cId="2298557536" sldId="261"/>
        </pc:sldMkLst>
        <pc:spChg chg="mod">
          <ac:chgData name="Vitor Coppe" userId="8295ee4e230eb9c8" providerId="LiveId" clId="{E3BA12DA-721C-4079-BA1A-9273FBF4C4DB}" dt="2026-04-20T12:27:39.542" v="601" actId="1076"/>
          <ac:spMkLst>
            <pc:docMk/>
            <pc:sldMk cId="2298557536" sldId="261"/>
            <ac:spMk id="13" creationId="{8FE4148E-91A3-3432-3A7C-B163BD651E07}"/>
          </ac:spMkLst>
        </pc:spChg>
        <pc:spChg chg="del">
          <ac:chgData name="Vitor Coppe" userId="8295ee4e230eb9c8" providerId="LiveId" clId="{E3BA12DA-721C-4079-BA1A-9273FBF4C4DB}" dt="2026-04-20T12:25:37.397" v="573" actId="478"/>
          <ac:spMkLst>
            <pc:docMk/>
            <pc:sldMk cId="2298557536" sldId="261"/>
            <ac:spMk id="14" creationId="{39B2C0AF-C1D0-2EE6-AFA4-5875D179B8B9}"/>
          </ac:spMkLst>
        </pc:spChg>
        <pc:spChg chg="mod">
          <ac:chgData name="Vitor Coppe" userId="8295ee4e230eb9c8" providerId="LiveId" clId="{E3BA12DA-721C-4079-BA1A-9273FBF4C4DB}" dt="2026-04-20T12:27:53.077" v="603" actId="1076"/>
          <ac:spMkLst>
            <pc:docMk/>
            <pc:sldMk cId="2298557536" sldId="261"/>
            <ac:spMk id="15" creationId="{7BDC3D61-CF28-B16E-9F0E-B98BED3DD44A}"/>
          </ac:spMkLst>
        </pc:spChg>
        <pc:spChg chg="del">
          <ac:chgData name="Vitor Coppe" userId="8295ee4e230eb9c8" providerId="LiveId" clId="{E3BA12DA-721C-4079-BA1A-9273FBF4C4DB}" dt="2026-04-20T12:25:37.970" v="574" actId="478"/>
          <ac:spMkLst>
            <pc:docMk/>
            <pc:sldMk cId="2298557536" sldId="261"/>
            <ac:spMk id="16" creationId="{69B3E7FE-683F-A3D9-5EE6-70DB4E04C9E8}"/>
          </ac:spMkLst>
        </pc:spChg>
        <pc:spChg chg="mod">
          <ac:chgData name="Vitor Coppe" userId="8295ee4e230eb9c8" providerId="LiveId" clId="{E3BA12DA-721C-4079-BA1A-9273FBF4C4DB}" dt="2026-04-20T12:27:49.164" v="602" actId="14100"/>
          <ac:spMkLst>
            <pc:docMk/>
            <pc:sldMk cId="2298557536" sldId="261"/>
            <ac:spMk id="18" creationId="{0AA001AD-E2EF-3C14-FA62-B20EA5C69354}"/>
          </ac:spMkLst>
        </pc:spChg>
        <pc:spChg chg="del">
          <ac:chgData name="Vitor Coppe" userId="8295ee4e230eb9c8" providerId="LiveId" clId="{E3BA12DA-721C-4079-BA1A-9273FBF4C4DB}" dt="2026-04-20T12:25:09.558" v="566" actId="478"/>
          <ac:spMkLst>
            <pc:docMk/>
            <pc:sldMk cId="2298557536" sldId="261"/>
            <ac:spMk id="19" creationId="{13B605DC-2757-9FE9-3B77-E8BF10B6D033}"/>
          </ac:spMkLst>
        </pc:spChg>
        <pc:spChg chg="mod">
          <ac:chgData name="Vitor Coppe" userId="8295ee4e230eb9c8" providerId="LiveId" clId="{E3BA12DA-721C-4079-BA1A-9273FBF4C4DB}" dt="2026-04-20T12:27:11.836" v="597" actId="14100"/>
          <ac:spMkLst>
            <pc:docMk/>
            <pc:sldMk cId="2298557536" sldId="261"/>
            <ac:spMk id="20" creationId="{CCB1D198-6D5C-410B-29DF-0FFD7BBCC3E8}"/>
          </ac:spMkLst>
        </pc:spChg>
        <pc:spChg chg="mod">
          <ac:chgData name="Vitor Coppe" userId="8295ee4e230eb9c8" providerId="LiveId" clId="{E3BA12DA-721C-4079-BA1A-9273FBF4C4DB}" dt="2026-04-20T12:25:42.710" v="575" actId="14100"/>
          <ac:spMkLst>
            <pc:docMk/>
            <pc:sldMk cId="2298557536" sldId="261"/>
            <ac:spMk id="21" creationId="{0660C223-0163-95C2-6438-571C4CFEC40B}"/>
          </ac:spMkLst>
        </pc:spChg>
      </pc:sldChg>
      <pc:sldChg chg="addSp delSp modSp add mod">
        <pc:chgData name="Vitor Coppe" userId="8295ee4e230eb9c8" providerId="LiveId" clId="{E3BA12DA-721C-4079-BA1A-9273FBF4C4DB}" dt="2026-04-20T12:59:12.182" v="650" actId="1076"/>
        <pc:sldMkLst>
          <pc:docMk/>
          <pc:sldMk cId="2861461315" sldId="262"/>
        </pc:sldMkLst>
        <pc:spChg chg="add mod">
          <ac:chgData name="Vitor Coppe" userId="8295ee4e230eb9c8" providerId="LiveId" clId="{E3BA12DA-721C-4079-BA1A-9273FBF4C4DB}" dt="2026-04-20T12:41:37.741" v="643" actId="14100"/>
          <ac:spMkLst>
            <pc:docMk/>
            <pc:sldMk cId="2861461315" sldId="262"/>
            <ac:spMk id="2" creationId="{9A2ED0D8-5125-F628-9D86-D71FCDAD52AF}"/>
          </ac:spMkLst>
        </pc:spChg>
        <pc:spChg chg="add mod">
          <ac:chgData name="Vitor Coppe" userId="8295ee4e230eb9c8" providerId="LiveId" clId="{E3BA12DA-721C-4079-BA1A-9273FBF4C4DB}" dt="2026-04-20T12:41:29.198" v="641" actId="122"/>
          <ac:spMkLst>
            <pc:docMk/>
            <pc:sldMk cId="2861461315" sldId="262"/>
            <ac:spMk id="3" creationId="{6D846902-4856-AC41-6144-C591B39911BE}"/>
          </ac:spMkLst>
        </pc:spChg>
        <pc:spChg chg="del">
          <ac:chgData name="Vitor Coppe" userId="8295ee4e230eb9c8" providerId="LiveId" clId="{E3BA12DA-721C-4079-BA1A-9273FBF4C4DB}" dt="2026-04-20T12:34:58.177" v="608" actId="478"/>
          <ac:spMkLst>
            <pc:docMk/>
            <pc:sldMk cId="2861461315" sldId="262"/>
            <ac:spMk id="13" creationId="{EDB12415-3E0C-EFE1-522D-ED273F9F18C3}"/>
          </ac:spMkLst>
        </pc:spChg>
        <pc:spChg chg="del">
          <ac:chgData name="Vitor Coppe" userId="8295ee4e230eb9c8" providerId="LiveId" clId="{E3BA12DA-721C-4079-BA1A-9273FBF4C4DB}" dt="2026-04-20T12:34:57.266" v="606" actId="478"/>
          <ac:spMkLst>
            <pc:docMk/>
            <pc:sldMk cId="2861461315" sldId="262"/>
            <ac:spMk id="15" creationId="{35854675-6AB0-70CE-DDFE-EE1C46D78B48}"/>
          </ac:spMkLst>
        </pc:spChg>
        <pc:spChg chg="del">
          <ac:chgData name="Vitor Coppe" userId="8295ee4e230eb9c8" providerId="LiveId" clId="{E3BA12DA-721C-4079-BA1A-9273FBF4C4DB}" dt="2026-04-20T12:34:57.733" v="607" actId="478"/>
          <ac:spMkLst>
            <pc:docMk/>
            <pc:sldMk cId="2861461315" sldId="262"/>
            <ac:spMk id="18" creationId="{8B8E8FCA-F0BB-F081-3DA2-548AE4F44B85}"/>
          </ac:spMkLst>
        </pc:spChg>
        <pc:spChg chg="mod">
          <ac:chgData name="Vitor Coppe" userId="8295ee4e230eb9c8" providerId="LiveId" clId="{E3BA12DA-721C-4079-BA1A-9273FBF4C4DB}" dt="2026-04-20T12:41:36.157" v="642" actId="14100"/>
          <ac:spMkLst>
            <pc:docMk/>
            <pc:sldMk cId="2861461315" sldId="262"/>
            <ac:spMk id="20" creationId="{C0F95802-7E9C-9225-547A-5C86EA9070B3}"/>
          </ac:spMkLst>
        </pc:spChg>
        <pc:spChg chg="mod">
          <ac:chgData name="Vitor Coppe" userId="8295ee4e230eb9c8" providerId="LiveId" clId="{E3BA12DA-721C-4079-BA1A-9273FBF4C4DB}" dt="2026-04-20T12:59:09.677" v="649" actId="1076"/>
          <ac:spMkLst>
            <pc:docMk/>
            <pc:sldMk cId="2861461315" sldId="262"/>
            <ac:spMk id="21" creationId="{A60E19C1-1DE8-EE2F-3234-47785A555D74}"/>
          </ac:spMkLst>
        </pc:spChg>
        <pc:picChg chg="add mod">
          <ac:chgData name="Vitor Coppe" userId="8295ee4e230eb9c8" providerId="LiveId" clId="{E3BA12DA-721C-4079-BA1A-9273FBF4C4DB}" dt="2026-04-20T12:59:12.182" v="650" actId="1076"/>
          <ac:picMkLst>
            <pc:docMk/>
            <pc:sldMk cId="2861461315" sldId="262"/>
            <ac:picMk id="4" creationId="{4656DBB9-9CD3-156B-410D-79DF1F6F4EDC}"/>
          </ac:picMkLst>
        </pc:picChg>
      </pc:sldChg>
      <pc:sldChg chg="addSp delSp modSp add mod">
        <pc:chgData name="Vitor Coppe" userId="8295ee4e230eb9c8" providerId="LiveId" clId="{E3BA12DA-721C-4079-BA1A-9273FBF4C4DB}" dt="2026-04-20T13:13:45.734" v="752" actId="164"/>
        <pc:sldMkLst>
          <pc:docMk/>
          <pc:sldMk cId="2809566701" sldId="263"/>
        </pc:sldMkLst>
        <pc:spChg chg="del">
          <ac:chgData name="Vitor Coppe" userId="8295ee4e230eb9c8" providerId="LiveId" clId="{E3BA12DA-721C-4079-BA1A-9273FBF4C4DB}" dt="2026-04-20T12:59:45.962" v="655" actId="478"/>
          <ac:spMkLst>
            <pc:docMk/>
            <pc:sldMk cId="2809566701" sldId="263"/>
            <ac:spMk id="2" creationId="{D950AB9E-6CFA-F701-7AF7-D34A90CBDA82}"/>
          </ac:spMkLst>
        </pc:spChg>
        <pc:spChg chg="del">
          <ac:chgData name="Vitor Coppe" userId="8295ee4e230eb9c8" providerId="LiveId" clId="{E3BA12DA-721C-4079-BA1A-9273FBF4C4DB}" dt="2026-04-20T12:59:44.031" v="654" actId="478"/>
          <ac:spMkLst>
            <pc:docMk/>
            <pc:sldMk cId="2809566701" sldId="263"/>
            <ac:spMk id="3" creationId="{BD73481F-2E0A-DC82-1420-5AA4DA31F16A}"/>
          </ac:spMkLst>
        </pc:spChg>
        <pc:spChg chg="add mod topLvl">
          <ac:chgData name="Vitor Coppe" userId="8295ee4e230eb9c8" providerId="LiveId" clId="{E3BA12DA-721C-4079-BA1A-9273FBF4C4DB}" dt="2026-04-20T13:05:21.565" v="694" actId="165"/>
          <ac:spMkLst>
            <pc:docMk/>
            <pc:sldMk cId="2809566701" sldId="263"/>
            <ac:spMk id="5" creationId="{6AB89902-41CE-56EC-9193-48141B3D28F8}"/>
          </ac:spMkLst>
        </pc:spChg>
        <pc:spChg chg="add mod">
          <ac:chgData name="Vitor Coppe" userId="8295ee4e230eb9c8" providerId="LiveId" clId="{E3BA12DA-721C-4079-BA1A-9273FBF4C4DB}" dt="2026-04-20T13:06:39.767" v="726" actId="164"/>
          <ac:spMkLst>
            <pc:docMk/>
            <pc:sldMk cId="2809566701" sldId="263"/>
            <ac:spMk id="8" creationId="{2F85B05B-7298-FE9B-58F6-7E30833B4508}"/>
          </ac:spMkLst>
        </pc:spChg>
        <pc:spChg chg="del">
          <ac:chgData name="Vitor Coppe" userId="8295ee4e230eb9c8" providerId="LiveId" clId="{E3BA12DA-721C-4079-BA1A-9273FBF4C4DB}" dt="2026-04-20T13:01:33.372" v="689" actId="478"/>
          <ac:spMkLst>
            <pc:docMk/>
            <pc:sldMk cId="2809566701" sldId="263"/>
            <ac:spMk id="12" creationId="{CB4FBDDA-5486-AC0B-3C92-8115356C9AC2}"/>
          </ac:spMkLst>
        </pc:spChg>
        <pc:spChg chg="add mod">
          <ac:chgData name="Vitor Coppe" userId="8295ee4e230eb9c8" providerId="LiveId" clId="{E3BA12DA-721C-4079-BA1A-9273FBF4C4DB}" dt="2026-04-20T13:13:45.734" v="752" actId="164"/>
          <ac:spMkLst>
            <pc:docMk/>
            <pc:sldMk cId="2809566701" sldId="263"/>
            <ac:spMk id="13" creationId="{44C6BED5-E375-C69D-8C90-2E874A5C836F}"/>
          </ac:spMkLst>
        </pc:spChg>
        <pc:spChg chg="mod">
          <ac:chgData name="Vitor Coppe" userId="8295ee4e230eb9c8" providerId="LiveId" clId="{E3BA12DA-721C-4079-BA1A-9273FBF4C4DB}" dt="2026-04-20T13:05:31.295" v="697" actId="1076"/>
          <ac:spMkLst>
            <pc:docMk/>
            <pc:sldMk cId="2809566701" sldId="263"/>
            <ac:spMk id="17" creationId="{DD802A78-32F0-75F6-382D-3EB978F328A5}"/>
          </ac:spMkLst>
        </pc:spChg>
        <pc:spChg chg="del">
          <ac:chgData name="Vitor Coppe" userId="8295ee4e230eb9c8" providerId="LiveId" clId="{E3BA12DA-721C-4079-BA1A-9273FBF4C4DB}" dt="2026-04-20T12:59:41.394" v="653" actId="478"/>
          <ac:spMkLst>
            <pc:docMk/>
            <pc:sldMk cId="2809566701" sldId="263"/>
            <ac:spMk id="20" creationId="{6271DA33-99CB-979C-15FE-16F5EE0DD87A}"/>
          </ac:spMkLst>
        </pc:spChg>
        <pc:spChg chg="del">
          <ac:chgData name="Vitor Coppe" userId="8295ee4e230eb9c8" providerId="LiveId" clId="{E3BA12DA-721C-4079-BA1A-9273FBF4C4DB}" dt="2026-04-20T12:59:38.876" v="652" actId="478"/>
          <ac:spMkLst>
            <pc:docMk/>
            <pc:sldMk cId="2809566701" sldId="263"/>
            <ac:spMk id="21" creationId="{8F6007D1-A0AC-0A92-1989-12D29169B12F}"/>
          </ac:spMkLst>
        </pc:spChg>
        <pc:grpChg chg="add del mod">
          <ac:chgData name="Vitor Coppe" userId="8295ee4e230eb9c8" providerId="LiveId" clId="{E3BA12DA-721C-4079-BA1A-9273FBF4C4DB}" dt="2026-04-20T13:05:21.565" v="694" actId="165"/>
          <ac:grpSpMkLst>
            <pc:docMk/>
            <pc:sldMk cId="2809566701" sldId="263"/>
            <ac:grpSpMk id="6" creationId="{CFE81ABD-12F3-B78D-9E6A-77D0011D9A06}"/>
          </ac:grpSpMkLst>
        </pc:grpChg>
        <pc:grpChg chg="add mod">
          <ac:chgData name="Vitor Coppe" userId="8295ee4e230eb9c8" providerId="LiveId" clId="{E3BA12DA-721C-4079-BA1A-9273FBF4C4DB}" dt="2026-04-20T13:06:39.767" v="726" actId="164"/>
          <ac:grpSpMkLst>
            <pc:docMk/>
            <pc:sldMk cId="2809566701" sldId="263"/>
            <ac:grpSpMk id="9" creationId="{D1D372AA-27D9-B044-3D51-A3B996DA5EA0}"/>
          </ac:grpSpMkLst>
        </pc:grpChg>
        <pc:grpChg chg="add mod">
          <ac:chgData name="Vitor Coppe" userId="8295ee4e230eb9c8" providerId="LiveId" clId="{E3BA12DA-721C-4079-BA1A-9273FBF4C4DB}" dt="2026-04-20T13:13:45.734" v="752" actId="164"/>
          <ac:grpSpMkLst>
            <pc:docMk/>
            <pc:sldMk cId="2809566701" sldId="263"/>
            <ac:grpSpMk id="14" creationId="{331C6BBD-E280-AAA6-6B26-C50F05CC49D4}"/>
          </ac:grpSpMkLst>
        </pc:grpChg>
        <pc:picChg chg="mod topLvl">
          <ac:chgData name="Vitor Coppe" userId="8295ee4e230eb9c8" providerId="LiveId" clId="{E3BA12DA-721C-4079-BA1A-9273FBF4C4DB}" dt="2026-04-20T13:05:21.565" v="694" actId="165"/>
          <ac:picMkLst>
            <pc:docMk/>
            <pc:sldMk cId="2809566701" sldId="263"/>
            <ac:picMk id="4" creationId="{9C3D333A-7AFD-D840-8FE2-027CA849DDF2}"/>
          </ac:picMkLst>
        </pc:picChg>
        <pc:picChg chg="add mod">
          <ac:chgData name="Vitor Coppe" userId="8295ee4e230eb9c8" providerId="LiveId" clId="{E3BA12DA-721C-4079-BA1A-9273FBF4C4DB}" dt="2026-04-20T13:06:39.767" v="726" actId="164"/>
          <ac:picMkLst>
            <pc:docMk/>
            <pc:sldMk cId="2809566701" sldId="263"/>
            <ac:picMk id="7" creationId="{A850C226-DF1A-73E4-BBFE-69F7D197A937}"/>
          </ac:picMkLst>
        </pc:picChg>
        <pc:picChg chg="add mod">
          <ac:chgData name="Vitor Coppe" userId="8295ee4e230eb9c8" providerId="LiveId" clId="{E3BA12DA-721C-4079-BA1A-9273FBF4C4DB}" dt="2026-04-20T13:13:45.734" v="752" actId="164"/>
          <ac:picMkLst>
            <pc:docMk/>
            <pc:sldMk cId="2809566701" sldId="263"/>
            <ac:picMk id="10" creationId="{29003EE3-1751-CCE9-C856-54BBB7FE282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548428-3245-9CE6-2E3B-C9DA57E6C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FB9D0C-C0CC-E2ED-75E7-6BE2C75FD8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5CC355-49D5-E8BC-6DB4-56524B2BB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E41FF-0E84-4956-BAB5-C6210132806C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6F5F73-24E2-EEC0-38F2-38F2FD87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43C111-0397-F94A-E8BA-25713C33B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A9BB-1F55-4E3C-B44F-B687CD277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120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D93B4-E678-3909-AC08-11E09D66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EB4A23-8230-FCA1-539A-14A79B432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E8A9A4-D83F-B92E-6D23-6D2657494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E41FF-0E84-4956-BAB5-C6210132806C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8C60F5-4A37-FD5A-2DAC-9A4FA589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48701F-DA66-7AB9-7E0E-81A15D58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A9BB-1F55-4E3C-B44F-B687CD277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7514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F1148-C9BD-20C8-FE1C-B731DFA8C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2545570-46C3-C8F8-6DA6-A31D2E126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BFFB27-1795-65D2-82F3-5125288DB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E41FF-0E84-4956-BAB5-C6210132806C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D2C055-AB6B-1659-72F7-2AD987148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EF74BF-C58F-023C-43E8-9F69C7A9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A9BB-1F55-4E3C-B44F-B687CD277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6531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934C1-0D0D-187F-41B6-6B6CFDAE6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4002F3-B959-A122-ECEC-101C24D03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FA88D2-9909-26EC-F254-C01FB942D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F3941F-5F9A-BD38-7D2E-EEB639D49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E41FF-0E84-4956-BAB5-C6210132806C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536662-74D6-9268-C743-390A913A4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64A9F13-D8C0-9E7B-E263-2E4B9FA5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A9BB-1F55-4E3C-B44F-B687CD277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6322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8D4BA-9272-51C8-AE48-ED73F1EC4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F29796-1BCB-A36C-50CE-7CDBCD60F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7937E69-BBE6-08AF-FA01-EAF9E088AC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DC0C84E-29C5-1506-B237-60F87A33A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D7C518D-399E-B53D-F689-E32B03A49D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F4DA05A-B8E6-8B37-570E-5BBC3121C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E41FF-0E84-4956-BAB5-C6210132806C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F98F172-711B-9613-9CE1-83C47DD7D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0AB0DF-4325-6B1A-C35F-C3BA1BC9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A9BB-1F55-4E3C-B44F-B687CD277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331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A6390-DCF6-6D1A-3AD8-4D465C5AB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0B1353-8A29-9E96-C97E-537218BB7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E41FF-0E84-4956-BAB5-C6210132806C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FD1C407-1B92-2723-C9C2-AE2253DB6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7BE6E5-4DB2-8F3A-94A2-6B4509F8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A9BB-1F55-4E3C-B44F-B687CD277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583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9DB15C2-C2F4-0C64-11AD-5A9770FFC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E41FF-0E84-4956-BAB5-C6210132806C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8ECD890-7423-B5F0-31F9-065D55989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EC5B51-4561-4DED-F43C-763BFEFF2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A9BB-1F55-4E3C-B44F-B687CD277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26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312CF8-C60C-402C-E55D-8A904B468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7EA5A2-28AA-94A8-07D0-D9E40B154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DD567BF-E5CD-4C6D-1851-C44C07BCF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BA4A71F-05E4-2E96-CB6A-E2BC4D815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E41FF-0E84-4956-BAB5-C6210132806C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F239EBB-40F7-8D80-BA0A-E5866ACB5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6A9CD6-3712-46D6-A321-F9CDB5627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A9BB-1F55-4E3C-B44F-B687CD277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240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C13152-6379-F45A-A287-1030F3815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7844AA6-7E17-6E5D-E4DF-40ACADCB29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12667A-6AF4-EA2F-7963-322FF6F3B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454A1B-B956-C9E3-63C0-BF848832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E41FF-0E84-4956-BAB5-C6210132806C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D5FF35-D7A5-355C-D002-6098D0C9D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F4C325-A589-CFCD-062B-0FAADB59F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A9BB-1F55-4E3C-B44F-B687CD277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6753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0A34F-58C6-99E8-218E-D236AEA80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CA4B4E-058B-3C07-9E90-91AFB3D6F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279A4C-AF19-0E63-9FAD-E2EC8B5B9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E41FF-0E84-4956-BAB5-C6210132806C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6F7292-0419-96A8-54CC-2F99199EA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35EEEB-224D-4035-BB49-CCA345C98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A9BB-1F55-4E3C-B44F-B687CD277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8228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9A0024E-457D-C326-2A83-4DFD316F2A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230D0D7-4C3A-F4B5-A164-82B70C53B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D6DD63-68E5-5D21-967E-E38DE7201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E41FF-0E84-4956-BAB5-C6210132806C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2169E0-D42C-3663-B8BC-BBA1382DE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B8C099-6339-B5CF-B5D1-BE4D940B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A9BB-1F55-4E3C-B44F-B687CD277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398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8EBA332-8066-7F09-C9CC-F123027DD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2894A3-D7B0-99C1-F710-0B16832A3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C8A915-08AC-3C12-F86C-6455E9D1F0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E41FF-0E84-4956-BAB5-C6210132806C}" type="datetimeFigureOut">
              <a:rPr lang="pt-BR" smtClean="0"/>
              <a:t>19/04/2026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86917C-A637-7C37-984D-A9515B7B1E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32841B-8BF9-36C4-F940-A0D043CCD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EA9BB-1F55-4E3C-B44F-B687CD277F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333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FDFC0853-0371-C9EC-CA68-153B33FF4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31CC3CC-0F18-84B2-B7CB-08400C718655}"/>
              </a:ext>
            </a:extLst>
          </p:cNvPr>
          <p:cNvSpPr/>
          <p:nvPr/>
        </p:nvSpPr>
        <p:spPr>
          <a:xfrm>
            <a:off x="7114032" y="457200"/>
            <a:ext cx="804672" cy="768096"/>
          </a:xfrm>
          <a:prstGeom prst="roundRect">
            <a:avLst/>
          </a:prstGeom>
          <a:solidFill>
            <a:srgbClr val="56DF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F31D640-562B-5869-A7F2-4E8272138388}"/>
              </a:ext>
            </a:extLst>
          </p:cNvPr>
          <p:cNvSpPr/>
          <p:nvPr/>
        </p:nvSpPr>
        <p:spPr>
          <a:xfrm>
            <a:off x="7114032" y="1377696"/>
            <a:ext cx="804672" cy="768096"/>
          </a:xfrm>
          <a:prstGeom prst="roundRect">
            <a:avLst/>
          </a:prstGeom>
          <a:solidFill>
            <a:srgbClr val="080F1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7C42D5D-A7EA-771D-DFE5-154154494219}"/>
              </a:ext>
            </a:extLst>
          </p:cNvPr>
          <p:cNvSpPr/>
          <p:nvPr/>
        </p:nvSpPr>
        <p:spPr>
          <a:xfrm>
            <a:off x="7114032" y="2298192"/>
            <a:ext cx="804672" cy="768096"/>
          </a:xfrm>
          <a:prstGeom prst="roundRect">
            <a:avLst/>
          </a:prstGeom>
          <a:solidFill>
            <a:srgbClr val="2B7C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348E054-D0F4-CA84-0263-450713C1767B}"/>
              </a:ext>
            </a:extLst>
          </p:cNvPr>
          <p:cNvSpPr/>
          <p:nvPr/>
        </p:nvSpPr>
        <p:spPr>
          <a:xfrm>
            <a:off x="7114032" y="3218688"/>
            <a:ext cx="804672" cy="768096"/>
          </a:xfrm>
          <a:prstGeom prst="roundRect">
            <a:avLst/>
          </a:prstGeom>
          <a:solidFill>
            <a:srgbClr val="47D2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697587C-877F-BCB8-A985-273B3F4BC11C}"/>
              </a:ext>
            </a:extLst>
          </p:cNvPr>
          <p:cNvSpPr/>
          <p:nvPr/>
        </p:nvSpPr>
        <p:spPr>
          <a:xfrm>
            <a:off x="7114032" y="4139184"/>
            <a:ext cx="804672" cy="768096"/>
          </a:xfrm>
          <a:prstGeom prst="roundRect">
            <a:avLst/>
          </a:prstGeom>
          <a:solidFill>
            <a:srgbClr val="273D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C40ACB8-DD66-B340-E90D-ACAAAE8B5D46}"/>
              </a:ext>
            </a:extLst>
          </p:cNvPr>
          <p:cNvGrpSpPr/>
          <p:nvPr/>
        </p:nvGrpSpPr>
        <p:grpSpPr>
          <a:xfrm>
            <a:off x="8705088" y="701040"/>
            <a:ext cx="1420368" cy="1548384"/>
            <a:chOff x="8705088" y="1761744"/>
            <a:chExt cx="1420368" cy="1548384"/>
          </a:xfrm>
        </p:grpSpPr>
        <p:sp>
          <p:nvSpPr>
            <p:cNvPr id="10" name="Hexágono 9">
              <a:extLst>
                <a:ext uri="{FF2B5EF4-FFF2-40B4-BE49-F238E27FC236}">
                  <a16:creationId xmlns:a16="http://schemas.microsoft.com/office/drawing/2014/main" id="{97ADB964-7B87-B02D-B5DC-5592E1534C41}"/>
                </a:ext>
              </a:extLst>
            </p:cNvPr>
            <p:cNvSpPr/>
            <p:nvPr/>
          </p:nvSpPr>
          <p:spPr>
            <a:xfrm>
              <a:off x="8705088" y="1761744"/>
              <a:ext cx="804672" cy="768096"/>
            </a:xfrm>
            <a:prstGeom prst="hexagon">
              <a:avLst/>
            </a:prstGeom>
            <a:noFill/>
            <a:ln>
              <a:solidFill>
                <a:srgbClr val="273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Hexágono 10">
              <a:extLst>
                <a:ext uri="{FF2B5EF4-FFF2-40B4-BE49-F238E27FC236}">
                  <a16:creationId xmlns:a16="http://schemas.microsoft.com/office/drawing/2014/main" id="{8EAA9D9A-8283-A8C4-64B4-D74C74C0D40D}"/>
                </a:ext>
              </a:extLst>
            </p:cNvPr>
            <p:cNvSpPr/>
            <p:nvPr/>
          </p:nvSpPr>
          <p:spPr>
            <a:xfrm>
              <a:off x="8705088" y="2542032"/>
              <a:ext cx="804672" cy="768096"/>
            </a:xfrm>
            <a:prstGeom prst="hexagon">
              <a:avLst/>
            </a:prstGeom>
            <a:noFill/>
            <a:ln>
              <a:solidFill>
                <a:srgbClr val="273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Hexágono 11">
              <a:extLst>
                <a:ext uri="{FF2B5EF4-FFF2-40B4-BE49-F238E27FC236}">
                  <a16:creationId xmlns:a16="http://schemas.microsoft.com/office/drawing/2014/main" id="{2429FC4A-1C59-A69E-528C-3BA32FB5CDEC}"/>
                </a:ext>
              </a:extLst>
            </p:cNvPr>
            <p:cNvSpPr/>
            <p:nvPr/>
          </p:nvSpPr>
          <p:spPr>
            <a:xfrm>
              <a:off x="9320784" y="2145792"/>
              <a:ext cx="804672" cy="768096"/>
            </a:xfrm>
            <a:prstGeom prst="hexagon">
              <a:avLst/>
            </a:prstGeom>
            <a:noFill/>
            <a:ln>
              <a:solidFill>
                <a:srgbClr val="273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5" name="Gráfico 14" descr="Pesquisa estrutura de tópicos">
            <a:extLst>
              <a:ext uri="{FF2B5EF4-FFF2-40B4-BE49-F238E27FC236}">
                <a16:creationId xmlns:a16="http://schemas.microsoft.com/office/drawing/2014/main" id="{60F3B694-32A2-DA3F-7110-02570FE94E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1944" y="5486400"/>
            <a:ext cx="914400" cy="914400"/>
          </a:xfrm>
          <a:prstGeom prst="rect">
            <a:avLst/>
          </a:prstGeom>
        </p:spPr>
      </p:pic>
      <p:pic>
        <p:nvPicPr>
          <p:cNvPr id="17" name="Gráfico 16" descr="Estatísticas estrutura de tópicos">
            <a:extLst>
              <a:ext uri="{FF2B5EF4-FFF2-40B4-BE49-F238E27FC236}">
                <a16:creationId xmlns:a16="http://schemas.microsoft.com/office/drawing/2014/main" id="{6B9D457B-B309-4958-A731-847E452EB4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6712" y="5486400"/>
            <a:ext cx="914400" cy="914400"/>
          </a:xfrm>
          <a:prstGeom prst="rect">
            <a:avLst/>
          </a:prstGeom>
        </p:spPr>
      </p:pic>
      <p:pic>
        <p:nvPicPr>
          <p:cNvPr id="19" name="Gráfico 18" descr="Cérebro esquerdo estrutura de tópicos">
            <a:extLst>
              <a:ext uri="{FF2B5EF4-FFF2-40B4-BE49-F238E27FC236}">
                <a16:creationId xmlns:a16="http://schemas.microsoft.com/office/drawing/2014/main" id="{4551682A-BBB9-2A27-1674-61622665DA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39328" y="5486400"/>
            <a:ext cx="914400" cy="914400"/>
          </a:xfrm>
          <a:prstGeom prst="rect">
            <a:avLst/>
          </a:prstGeom>
        </p:spPr>
      </p:pic>
      <p:pic>
        <p:nvPicPr>
          <p:cNvPr id="21" name="Gráfico 20" descr="Dinheiro estrutura de tópicos">
            <a:extLst>
              <a:ext uri="{FF2B5EF4-FFF2-40B4-BE49-F238E27FC236}">
                <a16:creationId xmlns:a16="http://schemas.microsoft.com/office/drawing/2014/main" id="{9369B0C2-C3D1-7435-C654-3F564BB141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74096" y="5486400"/>
            <a:ext cx="914400" cy="914400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47704083-5BED-8A2E-A889-ADE96D71080C}"/>
              </a:ext>
            </a:extLst>
          </p:cNvPr>
          <p:cNvGrpSpPr/>
          <p:nvPr/>
        </p:nvGrpSpPr>
        <p:grpSpPr>
          <a:xfrm>
            <a:off x="8300991" y="2945892"/>
            <a:ext cx="3648929" cy="1313688"/>
            <a:chOff x="1426464" y="1124712"/>
            <a:chExt cx="7309105" cy="290779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EE38971-152E-620F-9B3B-5472A12218D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/>
            <a:srcRect l="27078" t="21984" r="26362" b="35389"/>
            <a:stretch>
              <a:fillRect/>
            </a:stretch>
          </p:blipFill>
          <p:spPr bwMode="auto">
            <a:xfrm>
              <a:off x="1426464" y="1124712"/>
              <a:ext cx="3176017" cy="29077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24D7DFB6-6E02-C164-11D3-22C70FEFF38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/>
            <a:srcRect l="21269" t="63807" r="18141" b="20912"/>
            <a:stretch>
              <a:fillRect/>
            </a:stretch>
          </p:blipFill>
          <p:spPr bwMode="auto">
            <a:xfrm>
              <a:off x="4602481" y="2057400"/>
              <a:ext cx="4133088" cy="10424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74887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B796976F-786D-2C08-6CDD-297DE43B62C0}"/>
              </a:ext>
            </a:extLst>
          </p:cNvPr>
          <p:cNvGrpSpPr/>
          <p:nvPr/>
        </p:nvGrpSpPr>
        <p:grpSpPr>
          <a:xfrm>
            <a:off x="1426464" y="1124712"/>
            <a:ext cx="7309105" cy="2907792"/>
            <a:chOff x="1426464" y="1124712"/>
            <a:chExt cx="7309105" cy="2907792"/>
          </a:xfrm>
        </p:grpSpPr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B822E333-26BB-59EA-1A33-1BB59884E9B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/>
            <a:srcRect l="27078" t="21984" r="26362" b="35389"/>
            <a:stretch>
              <a:fillRect/>
            </a:stretch>
          </p:blipFill>
          <p:spPr bwMode="auto">
            <a:xfrm>
              <a:off x="1426464" y="1124712"/>
              <a:ext cx="3176017" cy="29077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1D5321F-BCC4-7DD0-17E6-060BBEE2F1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/>
            <a:srcRect l="21269" t="63807" r="18141" b="20912"/>
            <a:stretch>
              <a:fillRect/>
            </a:stretch>
          </p:blipFill>
          <p:spPr bwMode="auto">
            <a:xfrm>
              <a:off x="4602481" y="2057400"/>
              <a:ext cx="4133088" cy="10424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Gráfico 4" descr="Pesquisa estrutura de tópicos">
            <a:extLst>
              <a:ext uri="{FF2B5EF4-FFF2-40B4-BE49-F238E27FC236}">
                <a16:creationId xmlns:a16="http://schemas.microsoft.com/office/drawing/2014/main" id="{CD0226A9-F195-C27D-CADE-826D7CFA88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1944" y="54864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453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0CCAACE-815D-4A79-875A-B7EFC28F7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AF0C536-F9BB-F133-76DF-161138300810}"/>
              </a:ext>
            </a:extLst>
          </p:cNvPr>
          <p:cNvSpPr/>
          <p:nvPr/>
        </p:nvSpPr>
        <p:spPr>
          <a:xfrm>
            <a:off x="0" y="0"/>
            <a:ext cx="12192000" cy="6894513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04A95CF-77F3-7811-01F1-D471E6A4A483}"/>
              </a:ext>
            </a:extLst>
          </p:cNvPr>
          <p:cNvSpPr/>
          <p:nvPr/>
        </p:nvSpPr>
        <p:spPr>
          <a:xfrm>
            <a:off x="9887712" y="1261872"/>
            <a:ext cx="2164080" cy="1005840"/>
          </a:xfrm>
          <a:prstGeom prst="roundRect">
            <a:avLst>
              <a:gd name="adj" fmla="val 7201"/>
            </a:avLst>
          </a:prstGeom>
          <a:solidFill>
            <a:srgbClr val="151B26">
              <a:alpha val="89000"/>
            </a:srgbClr>
          </a:solidFill>
          <a:ln>
            <a:gradFill>
              <a:gsLst>
                <a:gs pos="0">
                  <a:srgbClr val="38BDF8">
                    <a:alpha val="60000"/>
                  </a:srgbClr>
                </a:gs>
                <a:gs pos="100000">
                  <a:srgbClr val="151B26">
                    <a:alpha val="0"/>
                  </a:srgbClr>
                </a:gs>
              </a:gsLst>
              <a:lin ang="5400000" scaled="1"/>
            </a:gradFill>
          </a:ln>
          <a:effectLst>
            <a:outerShdw blurRad="1905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8C5C9184-F978-3461-95AB-A95BEE615098}"/>
              </a:ext>
            </a:extLst>
          </p:cNvPr>
          <p:cNvSpPr/>
          <p:nvPr/>
        </p:nvSpPr>
        <p:spPr>
          <a:xfrm>
            <a:off x="9887712" y="4151376"/>
            <a:ext cx="2164080" cy="1005840"/>
          </a:xfrm>
          <a:prstGeom prst="roundRect">
            <a:avLst>
              <a:gd name="adj" fmla="val 7201"/>
            </a:avLst>
          </a:prstGeom>
          <a:solidFill>
            <a:srgbClr val="151B26">
              <a:alpha val="89000"/>
            </a:srgbClr>
          </a:solidFill>
          <a:ln>
            <a:gradFill>
              <a:gsLst>
                <a:gs pos="0">
                  <a:srgbClr val="38BDF8">
                    <a:alpha val="60000"/>
                  </a:srgbClr>
                </a:gs>
                <a:gs pos="100000">
                  <a:srgbClr val="151B26">
                    <a:alpha val="0"/>
                  </a:srgbClr>
                </a:gs>
              </a:gsLst>
              <a:lin ang="5400000" scaled="1"/>
            </a:gradFill>
          </a:ln>
          <a:effectLst>
            <a:outerShdw blurRad="1905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D83C934-9C3F-F9C5-2C5E-939755F3C50E}"/>
              </a:ext>
            </a:extLst>
          </p:cNvPr>
          <p:cNvSpPr/>
          <p:nvPr/>
        </p:nvSpPr>
        <p:spPr>
          <a:xfrm>
            <a:off x="9887712" y="2706624"/>
            <a:ext cx="2164080" cy="1005840"/>
          </a:xfrm>
          <a:prstGeom prst="roundRect">
            <a:avLst>
              <a:gd name="adj" fmla="val 7201"/>
            </a:avLst>
          </a:prstGeom>
          <a:solidFill>
            <a:srgbClr val="151B26">
              <a:alpha val="89000"/>
            </a:srgbClr>
          </a:solidFill>
          <a:ln>
            <a:gradFill>
              <a:gsLst>
                <a:gs pos="0">
                  <a:srgbClr val="38BDF8">
                    <a:alpha val="60000"/>
                  </a:srgbClr>
                </a:gs>
                <a:gs pos="100000">
                  <a:srgbClr val="151B26">
                    <a:alpha val="0"/>
                  </a:srgbClr>
                </a:gs>
              </a:gsLst>
              <a:lin ang="5400000" scaled="1"/>
            </a:gradFill>
          </a:ln>
          <a:effectLst>
            <a:outerShdw blurRad="1905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83F1365-5F2F-FB56-1D23-037DB1F84415}"/>
              </a:ext>
            </a:extLst>
          </p:cNvPr>
          <p:cNvSpPr/>
          <p:nvPr/>
        </p:nvSpPr>
        <p:spPr>
          <a:xfrm>
            <a:off x="9887712" y="5596128"/>
            <a:ext cx="2164080" cy="1005840"/>
          </a:xfrm>
          <a:prstGeom prst="roundRect">
            <a:avLst>
              <a:gd name="adj" fmla="val 7201"/>
            </a:avLst>
          </a:prstGeom>
          <a:solidFill>
            <a:srgbClr val="151B26">
              <a:alpha val="89000"/>
            </a:srgbClr>
          </a:solidFill>
          <a:ln>
            <a:gradFill>
              <a:gsLst>
                <a:gs pos="0">
                  <a:srgbClr val="38BDF8">
                    <a:alpha val="60000"/>
                  </a:srgbClr>
                </a:gs>
                <a:gs pos="100000">
                  <a:srgbClr val="151B26">
                    <a:alpha val="0"/>
                  </a:srgbClr>
                </a:gs>
              </a:gsLst>
              <a:lin ang="5400000" scaled="1"/>
            </a:gradFill>
          </a:ln>
          <a:effectLst>
            <a:outerShdw blurRad="1905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0C363D91-2FB8-8EC8-3F7A-917ED121BE5A}"/>
              </a:ext>
            </a:extLst>
          </p:cNvPr>
          <p:cNvSpPr/>
          <p:nvPr/>
        </p:nvSpPr>
        <p:spPr>
          <a:xfrm>
            <a:off x="0" y="0"/>
            <a:ext cx="2164080" cy="6858000"/>
          </a:xfrm>
          <a:prstGeom prst="roundRect">
            <a:avLst>
              <a:gd name="adj" fmla="val 0"/>
            </a:avLst>
          </a:prstGeom>
          <a:solidFill>
            <a:srgbClr val="151B26">
              <a:alpha val="89000"/>
            </a:srgbClr>
          </a:solidFill>
          <a:ln>
            <a:gradFill>
              <a:gsLst>
                <a:gs pos="0">
                  <a:srgbClr val="38BDF8">
                    <a:alpha val="60000"/>
                  </a:srgbClr>
                </a:gs>
                <a:gs pos="100000">
                  <a:srgbClr val="151B26">
                    <a:alpha val="0"/>
                  </a:srgbClr>
                </a:gs>
              </a:gsLst>
              <a:lin ang="5400000" scaled="1"/>
            </a:gradFill>
          </a:ln>
          <a:effectLst>
            <a:outerShdw blurRad="1905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C231959-AF89-5DAB-A934-E524A1EB9BA4}"/>
              </a:ext>
            </a:extLst>
          </p:cNvPr>
          <p:cNvSpPr/>
          <p:nvPr/>
        </p:nvSpPr>
        <p:spPr>
          <a:xfrm>
            <a:off x="2304287" y="688026"/>
            <a:ext cx="3651505" cy="3883974"/>
          </a:xfrm>
          <a:prstGeom prst="roundRect">
            <a:avLst>
              <a:gd name="adj" fmla="val 2378"/>
            </a:avLst>
          </a:prstGeom>
          <a:solidFill>
            <a:srgbClr val="151B26">
              <a:alpha val="86000"/>
            </a:srgbClr>
          </a:solidFill>
          <a:ln>
            <a:gradFill>
              <a:gsLst>
                <a:gs pos="0">
                  <a:srgbClr val="38BDF8">
                    <a:alpha val="60000"/>
                  </a:srgbClr>
                </a:gs>
                <a:gs pos="100000">
                  <a:srgbClr val="151B26">
                    <a:alpha val="0"/>
                  </a:srgbClr>
                </a:gs>
              </a:gsLst>
              <a:lin ang="5400000" scaled="1"/>
            </a:gradFill>
          </a:ln>
          <a:effectLst>
            <a:outerShdw blurRad="1905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0B3B01A-B5DE-7CEC-BB51-4AAEBFC764C3}"/>
              </a:ext>
            </a:extLst>
          </p:cNvPr>
          <p:cNvSpPr txBox="1"/>
          <p:nvPr/>
        </p:nvSpPr>
        <p:spPr>
          <a:xfrm>
            <a:off x="9765792" y="688026"/>
            <a:ext cx="228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Indicadores-Chave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BF84ADAA-1D31-4D2C-04DE-0C7E013B91A8}"/>
              </a:ext>
            </a:extLst>
          </p:cNvPr>
          <p:cNvSpPr/>
          <p:nvPr/>
        </p:nvSpPr>
        <p:spPr>
          <a:xfrm>
            <a:off x="6096000" y="688024"/>
            <a:ext cx="3653028" cy="3883973"/>
          </a:xfrm>
          <a:prstGeom prst="roundRect">
            <a:avLst>
              <a:gd name="adj" fmla="val 2378"/>
            </a:avLst>
          </a:prstGeom>
          <a:solidFill>
            <a:srgbClr val="151B26">
              <a:alpha val="86000"/>
            </a:srgbClr>
          </a:solidFill>
          <a:ln>
            <a:gradFill>
              <a:gsLst>
                <a:gs pos="0">
                  <a:srgbClr val="38BDF8">
                    <a:alpha val="60000"/>
                  </a:srgbClr>
                </a:gs>
                <a:gs pos="100000">
                  <a:srgbClr val="151B26">
                    <a:alpha val="0"/>
                  </a:srgbClr>
                </a:gs>
              </a:gsLst>
              <a:lin ang="5400000" scaled="1"/>
            </a:gradFill>
          </a:ln>
          <a:effectLst>
            <a:outerShdw blurRad="1905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E7D0F388-6577-9C7D-F1A4-F248BAC41F0F}"/>
              </a:ext>
            </a:extLst>
          </p:cNvPr>
          <p:cNvSpPr/>
          <p:nvPr/>
        </p:nvSpPr>
        <p:spPr>
          <a:xfrm>
            <a:off x="2302764" y="4700016"/>
            <a:ext cx="7445502" cy="1901952"/>
          </a:xfrm>
          <a:prstGeom prst="roundRect">
            <a:avLst>
              <a:gd name="adj" fmla="val 2378"/>
            </a:avLst>
          </a:prstGeom>
          <a:solidFill>
            <a:srgbClr val="151B26">
              <a:alpha val="86000"/>
            </a:srgbClr>
          </a:solidFill>
          <a:ln>
            <a:gradFill>
              <a:gsLst>
                <a:gs pos="0">
                  <a:srgbClr val="38BDF8">
                    <a:alpha val="60000"/>
                  </a:srgbClr>
                </a:gs>
                <a:gs pos="100000">
                  <a:srgbClr val="151B26">
                    <a:alpha val="0"/>
                  </a:srgbClr>
                </a:gs>
              </a:gsLst>
              <a:lin ang="5400000" scaled="1"/>
            </a:gradFill>
          </a:ln>
          <a:effectLst>
            <a:outerShdw blurRad="1905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92EC9BC2-5347-F335-737C-79CADF413032}"/>
              </a:ext>
            </a:extLst>
          </p:cNvPr>
          <p:cNvGrpSpPr/>
          <p:nvPr/>
        </p:nvGrpSpPr>
        <p:grpSpPr>
          <a:xfrm>
            <a:off x="140208" y="129129"/>
            <a:ext cx="1907722" cy="758952"/>
            <a:chOff x="1426464" y="1124712"/>
            <a:chExt cx="7309105" cy="2907792"/>
          </a:xfrm>
        </p:grpSpPr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7168F294-CAB4-580B-F21B-CCCC09817A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/>
            <a:srcRect l="27078" t="21984" r="26362" b="35389"/>
            <a:stretch>
              <a:fillRect/>
            </a:stretch>
          </p:blipFill>
          <p:spPr bwMode="auto">
            <a:xfrm>
              <a:off x="1426464" y="1124712"/>
              <a:ext cx="3176017" cy="29077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53F82F91-E3DF-250B-C203-7C43804762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/>
            <a:srcRect l="21269" t="63807" r="18141" b="20912"/>
            <a:stretch>
              <a:fillRect/>
            </a:stretch>
          </p:blipFill>
          <p:spPr bwMode="auto">
            <a:xfrm>
              <a:off x="4602481" y="2057400"/>
              <a:ext cx="4133088" cy="10424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00105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8D8DEE-9280-8204-62BA-37A6F93E8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D24FD22-A95F-6417-3A8E-A9F7FCCFF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D0381C8-6D8F-A2B8-9A5E-A2455508CE0D}"/>
              </a:ext>
            </a:extLst>
          </p:cNvPr>
          <p:cNvSpPr/>
          <p:nvPr/>
        </p:nvSpPr>
        <p:spPr>
          <a:xfrm>
            <a:off x="0" y="0"/>
            <a:ext cx="12192000" cy="6894513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FE4148E-91A3-3432-3A7C-B163BD651E07}"/>
              </a:ext>
            </a:extLst>
          </p:cNvPr>
          <p:cNvSpPr/>
          <p:nvPr/>
        </p:nvSpPr>
        <p:spPr>
          <a:xfrm>
            <a:off x="2302764" y="888081"/>
            <a:ext cx="2164080" cy="1005840"/>
          </a:xfrm>
          <a:prstGeom prst="roundRect">
            <a:avLst>
              <a:gd name="adj" fmla="val 7201"/>
            </a:avLst>
          </a:prstGeom>
          <a:solidFill>
            <a:srgbClr val="151B26">
              <a:alpha val="89000"/>
            </a:srgbClr>
          </a:solidFill>
          <a:ln>
            <a:gradFill>
              <a:gsLst>
                <a:gs pos="0">
                  <a:srgbClr val="38BDF8">
                    <a:alpha val="60000"/>
                  </a:srgbClr>
                </a:gs>
                <a:gs pos="100000">
                  <a:srgbClr val="151B26">
                    <a:alpha val="0"/>
                  </a:srgbClr>
                </a:gs>
              </a:gsLst>
              <a:lin ang="5400000" scaled="1"/>
            </a:gradFill>
          </a:ln>
          <a:effectLst>
            <a:outerShdw blurRad="1905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7BDC3D61-CF28-B16E-9F0E-B98BED3DD44A}"/>
              </a:ext>
            </a:extLst>
          </p:cNvPr>
          <p:cNvSpPr/>
          <p:nvPr/>
        </p:nvSpPr>
        <p:spPr>
          <a:xfrm>
            <a:off x="5049012" y="888080"/>
            <a:ext cx="2164080" cy="1005841"/>
          </a:xfrm>
          <a:prstGeom prst="roundRect">
            <a:avLst>
              <a:gd name="adj" fmla="val 7201"/>
            </a:avLst>
          </a:prstGeom>
          <a:solidFill>
            <a:srgbClr val="151B26">
              <a:alpha val="89000"/>
            </a:srgbClr>
          </a:solidFill>
          <a:ln>
            <a:gradFill>
              <a:gsLst>
                <a:gs pos="0">
                  <a:srgbClr val="38BDF8">
                    <a:alpha val="60000"/>
                  </a:srgbClr>
                </a:gs>
                <a:gs pos="100000">
                  <a:srgbClr val="151B26">
                    <a:alpha val="0"/>
                  </a:srgbClr>
                </a:gs>
              </a:gsLst>
              <a:lin ang="5400000" scaled="1"/>
            </a:gradFill>
          </a:ln>
          <a:effectLst>
            <a:outerShdw blurRad="1905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DDE9FD3-22BC-878F-5C24-A1411CF5FB67}"/>
              </a:ext>
            </a:extLst>
          </p:cNvPr>
          <p:cNvSpPr/>
          <p:nvPr/>
        </p:nvSpPr>
        <p:spPr>
          <a:xfrm>
            <a:off x="0" y="0"/>
            <a:ext cx="2164080" cy="6858000"/>
          </a:xfrm>
          <a:prstGeom prst="roundRect">
            <a:avLst>
              <a:gd name="adj" fmla="val 0"/>
            </a:avLst>
          </a:prstGeom>
          <a:solidFill>
            <a:srgbClr val="151B26">
              <a:alpha val="89000"/>
            </a:srgbClr>
          </a:solidFill>
          <a:ln>
            <a:gradFill>
              <a:gsLst>
                <a:gs pos="0">
                  <a:srgbClr val="38BDF8">
                    <a:alpha val="60000"/>
                  </a:srgbClr>
                </a:gs>
                <a:gs pos="100000">
                  <a:srgbClr val="151B26">
                    <a:alpha val="0"/>
                  </a:srgbClr>
                </a:gs>
              </a:gsLst>
              <a:lin ang="5400000" scaled="1"/>
            </a:gradFill>
          </a:ln>
          <a:effectLst>
            <a:outerShdw blurRad="1905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AA001AD-E2EF-3C14-FA62-B20EA5C69354}"/>
              </a:ext>
            </a:extLst>
          </p:cNvPr>
          <p:cNvSpPr/>
          <p:nvPr/>
        </p:nvSpPr>
        <p:spPr>
          <a:xfrm>
            <a:off x="2302764" y="2040226"/>
            <a:ext cx="4910328" cy="1964846"/>
          </a:xfrm>
          <a:prstGeom prst="roundRect">
            <a:avLst>
              <a:gd name="adj" fmla="val 2378"/>
            </a:avLst>
          </a:prstGeom>
          <a:solidFill>
            <a:srgbClr val="151B26">
              <a:alpha val="86000"/>
            </a:srgbClr>
          </a:solidFill>
          <a:ln>
            <a:gradFill>
              <a:gsLst>
                <a:gs pos="0">
                  <a:srgbClr val="38BDF8">
                    <a:alpha val="60000"/>
                  </a:srgbClr>
                </a:gs>
                <a:gs pos="100000">
                  <a:srgbClr val="151B26">
                    <a:alpha val="0"/>
                  </a:srgbClr>
                </a:gs>
              </a:gsLst>
              <a:lin ang="5400000" scaled="1"/>
            </a:gradFill>
          </a:ln>
          <a:effectLst>
            <a:outerShdw blurRad="1905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CB1D198-6D5C-410B-29DF-0FFD7BBCC3E8}"/>
              </a:ext>
            </a:extLst>
          </p:cNvPr>
          <p:cNvSpPr/>
          <p:nvPr/>
        </p:nvSpPr>
        <p:spPr>
          <a:xfrm>
            <a:off x="7351776" y="888081"/>
            <a:ext cx="4700016" cy="3116991"/>
          </a:xfrm>
          <a:prstGeom prst="roundRect">
            <a:avLst>
              <a:gd name="adj" fmla="val 2378"/>
            </a:avLst>
          </a:prstGeom>
          <a:solidFill>
            <a:srgbClr val="151B26">
              <a:alpha val="86000"/>
            </a:srgbClr>
          </a:solidFill>
          <a:ln>
            <a:gradFill>
              <a:gsLst>
                <a:gs pos="0">
                  <a:srgbClr val="38BDF8">
                    <a:alpha val="60000"/>
                  </a:srgbClr>
                </a:gs>
                <a:gs pos="100000">
                  <a:srgbClr val="151B26">
                    <a:alpha val="0"/>
                  </a:srgbClr>
                </a:gs>
              </a:gsLst>
              <a:lin ang="5400000" scaled="1"/>
            </a:gradFill>
          </a:ln>
          <a:effectLst>
            <a:outerShdw blurRad="1905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660C223-0163-95C2-6438-571C4CFEC40B}"/>
              </a:ext>
            </a:extLst>
          </p:cNvPr>
          <p:cNvSpPr/>
          <p:nvPr/>
        </p:nvSpPr>
        <p:spPr>
          <a:xfrm>
            <a:off x="2302764" y="4151376"/>
            <a:ext cx="9749028" cy="2450592"/>
          </a:xfrm>
          <a:prstGeom prst="roundRect">
            <a:avLst>
              <a:gd name="adj" fmla="val 2378"/>
            </a:avLst>
          </a:prstGeom>
          <a:solidFill>
            <a:srgbClr val="151B26">
              <a:alpha val="86000"/>
            </a:srgbClr>
          </a:solidFill>
          <a:ln>
            <a:gradFill>
              <a:gsLst>
                <a:gs pos="0">
                  <a:srgbClr val="38BDF8">
                    <a:alpha val="60000"/>
                  </a:srgbClr>
                </a:gs>
                <a:gs pos="100000">
                  <a:srgbClr val="151B26">
                    <a:alpha val="0"/>
                  </a:srgbClr>
                </a:gs>
              </a:gsLst>
              <a:lin ang="5400000" scaled="1"/>
            </a:gradFill>
          </a:ln>
          <a:effectLst>
            <a:outerShdw blurRad="1905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D7115664-870F-5654-4F1A-EE3B6735D932}"/>
              </a:ext>
            </a:extLst>
          </p:cNvPr>
          <p:cNvGrpSpPr/>
          <p:nvPr/>
        </p:nvGrpSpPr>
        <p:grpSpPr>
          <a:xfrm>
            <a:off x="140208" y="129129"/>
            <a:ext cx="1907722" cy="758952"/>
            <a:chOff x="1426464" y="1124712"/>
            <a:chExt cx="7309105" cy="2907792"/>
          </a:xfrm>
        </p:grpSpPr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51535843-FCAE-7B7A-A275-3A8D9D46767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/>
            <a:srcRect l="27078" t="21984" r="26362" b="35389"/>
            <a:stretch>
              <a:fillRect/>
            </a:stretch>
          </p:blipFill>
          <p:spPr bwMode="auto">
            <a:xfrm>
              <a:off x="1426464" y="1124712"/>
              <a:ext cx="3176017" cy="29077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5E2CAB21-6407-38A0-3DE7-3C3B4EA4156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/>
            <a:srcRect l="21269" t="63807" r="18141" b="20912"/>
            <a:stretch>
              <a:fillRect/>
            </a:stretch>
          </p:blipFill>
          <p:spPr bwMode="auto">
            <a:xfrm>
              <a:off x="4602481" y="2057400"/>
              <a:ext cx="4133088" cy="10424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98557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8B108C-0D1E-6CD5-CEF5-F6AF5B619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EBE8FD-32C3-47E2-ECA6-1FE11AEA7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844AFAF-B80D-3600-9D3E-7BE913506D94}"/>
              </a:ext>
            </a:extLst>
          </p:cNvPr>
          <p:cNvSpPr/>
          <p:nvPr/>
        </p:nvSpPr>
        <p:spPr>
          <a:xfrm>
            <a:off x="0" y="0"/>
            <a:ext cx="12192000" cy="6894513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6F0AA4F-C8DF-07BE-1EBF-6C1A864FF016}"/>
              </a:ext>
            </a:extLst>
          </p:cNvPr>
          <p:cNvSpPr/>
          <p:nvPr/>
        </p:nvSpPr>
        <p:spPr>
          <a:xfrm>
            <a:off x="0" y="0"/>
            <a:ext cx="2164080" cy="6858000"/>
          </a:xfrm>
          <a:prstGeom prst="roundRect">
            <a:avLst>
              <a:gd name="adj" fmla="val 0"/>
            </a:avLst>
          </a:prstGeom>
          <a:solidFill>
            <a:srgbClr val="151B26">
              <a:alpha val="89000"/>
            </a:srgbClr>
          </a:solidFill>
          <a:ln>
            <a:gradFill>
              <a:gsLst>
                <a:gs pos="0">
                  <a:srgbClr val="38BDF8">
                    <a:alpha val="60000"/>
                  </a:srgbClr>
                </a:gs>
                <a:gs pos="100000">
                  <a:srgbClr val="151B26">
                    <a:alpha val="0"/>
                  </a:srgbClr>
                </a:gs>
              </a:gsLst>
              <a:lin ang="5400000" scaled="1"/>
            </a:gradFill>
          </a:ln>
          <a:effectLst>
            <a:outerShdw blurRad="1905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0F95802-7E9C-9225-547A-5C86EA9070B3}"/>
              </a:ext>
            </a:extLst>
          </p:cNvPr>
          <p:cNvSpPr/>
          <p:nvPr/>
        </p:nvSpPr>
        <p:spPr>
          <a:xfrm>
            <a:off x="8997696" y="1316736"/>
            <a:ext cx="3054096" cy="1627632"/>
          </a:xfrm>
          <a:prstGeom prst="roundRect">
            <a:avLst>
              <a:gd name="adj" fmla="val 2378"/>
            </a:avLst>
          </a:prstGeom>
          <a:solidFill>
            <a:srgbClr val="151B26">
              <a:alpha val="86000"/>
            </a:srgbClr>
          </a:solidFill>
          <a:ln>
            <a:gradFill>
              <a:gsLst>
                <a:gs pos="0">
                  <a:srgbClr val="38BDF8">
                    <a:alpha val="60000"/>
                  </a:srgbClr>
                </a:gs>
                <a:gs pos="100000">
                  <a:srgbClr val="151B26">
                    <a:alpha val="0"/>
                  </a:srgbClr>
                </a:gs>
              </a:gsLst>
              <a:lin ang="5400000" scaled="1"/>
            </a:gradFill>
          </a:ln>
          <a:effectLst>
            <a:outerShdw blurRad="1905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A60E19C1-1DE8-EE2F-3234-47785A555D74}"/>
              </a:ext>
            </a:extLst>
          </p:cNvPr>
          <p:cNvSpPr/>
          <p:nvPr/>
        </p:nvSpPr>
        <p:spPr>
          <a:xfrm>
            <a:off x="2302764" y="888081"/>
            <a:ext cx="6384036" cy="5713887"/>
          </a:xfrm>
          <a:prstGeom prst="roundRect">
            <a:avLst>
              <a:gd name="adj" fmla="val 2378"/>
            </a:avLst>
          </a:prstGeom>
          <a:solidFill>
            <a:srgbClr val="151B26">
              <a:alpha val="86000"/>
            </a:srgbClr>
          </a:solidFill>
          <a:ln>
            <a:gradFill>
              <a:gsLst>
                <a:gs pos="0">
                  <a:srgbClr val="38BDF8">
                    <a:alpha val="60000"/>
                  </a:srgbClr>
                </a:gs>
                <a:gs pos="100000">
                  <a:srgbClr val="151B26">
                    <a:alpha val="0"/>
                  </a:srgbClr>
                </a:gs>
              </a:gsLst>
              <a:lin ang="5400000" scaled="1"/>
            </a:gradFill>
          </a:ln>
          <a:effectLst>
            <a:outerShdw blurRad="1905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09587C5B-AACD-6662-A210-A9AAE0590656}"/>
              </a:ext>
            </a:extLst>
          </p:cNvPr>
          <p:cNvGrpSpPr/>
          <p:nvPr/>
        </p:nvGrpSpPr>
        <p:grpSpPr>
          <a:xfrm>
            <a:off x="140208" y="129129"/>
            <a:ext cx="1907722" cy="758952"/>
            <a:chOff x="1426464" y="1124712"/>
            <a:chExt cx="7309105" cy="2907792"/>
          </a:xfrm>
        </p:grpSpPr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B8759B5F-76C8-7E2F-C0AD-4B63948358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/>
            <a:srcRect l="27078" t="21984" r="26362" b="35389"/>
            <a:stretch>
              <a:fillRect/>
            </a:stretch>
          </p:blipFill>
          <p:spPr bwMode="auto">
            <a:xfrm>
              <a:off x="1426464" y="1124712"/>
              <a:ext cx="3176017" cy="29077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781AC08-0E9D-C763-1046-9CFD8DD0EC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/>
            <a:srcRect l="21269" t="63807" r="18141" b="20912"/>
            <a:stretch>
              <a:fillRect/>
            </a:stretch>
          </p:blipFill>
          <p:spPr bwMode="auto">
            <a:xfrm>
              <a:off x="4602481" y="2057400"/>
              <a:ext cx="4133088" cy="10424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A2ED0D8-5125-F628-9D86-D71FCDAD52AF}"/>
              </a:ext>
            </a:extLst>
          </p:cNvPr>
          <p:cNvSpPr/>
          <p:nvPr/>
        </p:nvSpPr>
        <p:spPr>
          <a:xfrm>
            <a:off x="8997696" y="3106026"/>
            <a:ext cx="3054096" cy="3495942"/>
          </a:xfrm>
          <a:prstGeom prst="roundRect">
            <a:avLst>
              <a:gd name="adj" fmla="val 2378"/>
            </a:avLst>
          </a:prstGeom>
          <a:solidFill>
            <a:srgbClr val="151B26">
              <a:alpha val="86000"/>
            </a:srgbClr>
          </a:solidFill>
          <a:ln>
            <a:gradFill>
              <a:gsLst>
                <a:gs pos="0">
                  <a:srgbClr val="38BDF8">
                    <a:alpha val="60000"/>
                  </a:srgbClr>
                </a:gs>
                <a:gs pos="100000">
                  <a:srgbClr val="151B26">
                    <a:alpha val="0"/>
                  </a:srgbClr>
                </a:gs>
              </a:gsLst>
              <a:lin ang="5400000" scaled="1"/>
            </a:gradFill>
          </a:ln>
          <a:effectLst>
            <a:outerShdw blurRad="1905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D846902-4856-AC41-6144-C591B39911BE}"/>
              </a:ext>
            </a:extLst>
          </p:cNvPr>
          <p:cNvSpPr txBox="1"/>
          <p:nvPr/>
        </p:nvSpPr>
        <p:spPr>
          <a:xfrm>
            <a:off x="8997696" y="754968"/>
            <a:ext cx="305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Detalhe de Alerta IA</a:t>
            </a:r>
          </a:p>
        </p:txBody>
      </p:sp>
      <p:pic>
        <p:nvPicPr>
          <p:cNvPr id="4" name="Gráfico 3" descr="Pesquisa estrutura de tópicos">
            <a:extLst>
              <a:ext uri="{FF2B5EF4-FFF2-40B4-BE49-F238E27FC236}">
                <a16:creationId xmlns:a16="http://schemas.microsoft.com/office/drawing/2014/main" id="{4656DBB9-9CD3-156B-410D-79DF1F6F4E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1736" y="328782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461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70C51D-D7C9-E8A8-EDF3-A1C9844C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25C99AE-E8C4-CF38-49FC-03B6A1FD8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DD802A78-32F0-75F6-382D-3EB978F328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51B26">
              <a:alpha val="89000"/>
            </a:srgbClr>
          </a:solidFill>
          <a:ln>
            <a:gradFill>
              <a:gsLst>
                <a:gs pos="0">
                  <a:srgbClr val="38BDF8">
                    <a:alpha val="60000"/>
                  </a:srgbClr>
                </a:gs>
                <a:gs pos="100000">
                  <a:srgbClr val="151B26">
                    <a:alpha val="0"/>
                  </a:srgbClr>
                </a:gs>
              </a:gsLst>
              <a:lin ang="5400000" scaled="1"/>
            </a:gradFill>
          </a:ln>
          <a:effectLst>
            <a:outerShdw blurRad="190500" sx="102000" sy="102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2919755C-8C00-3D25-B543-F6EDAE45E67E}"/>
              </a:ext>
            </a:extLst>
          </p:cNvPr>
          <p:cNvGrpSpPr/>
          <p:nvPr/>
        </p:nvGrpSpPr>
        <p:grpSpPr>
          <a:xfrm>
            <a:off x="140208" y="129129"/>
            <a:ext cx="1907722" cy="758952"/>
            <a:chOff x="1426464" y="1124712"/>
            <a:chExt cx="7309105" cy="2907792"/>
          </a:xfrm>
        </p:grpSpPr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DE4CCE98-F935-5FA3-3BFC-B2E972BED88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/>
            <a:srcRect l="27078" t="21984" r="26362" b="35389"/>
            <a:stretch>
              <a:fillRect/>
            </a:stretch>
          </p:blipFill>
          <p:spPr bwMode="auto">
            <a:xfrm>
              <a:off x="1426464" y="1124712"/>
              <a:ext cx="3176017" cy="29077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D2242D44-0D6C-7C98-9C88-6FE291105A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/>
            <a:srcRect l="21269" t="63807" r="18141" b="20912"/>
            <a:stretch>
              <a:fillRect/>
            </a:stretch>
          </p:blipFill>
          <p:spPr bwMode="auto">
            <a:xfrm>
              <a:off x="4602481" y="2057400"/>
              <a:ext cx="4133088" cy="10424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Gráfico 3" descr="Pesquisa estrutura de tópicos">
            <a:extLst>
              <a:ext uri="{FF2B5EF4-FFF2-40B4-BE49-F238E27FC236}">
                <a16:creationId xmlns:a16="http://schemas.microsoft.com/office/drawing/2014/main" id="{9C3D333A-7AFD-D840-8FE2-027CA849DD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1736" y="3712464"/>
            <a:ext cx="489759" cy="48975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AB89902-41CE-56EC-9193-48141B3D28F8}"/>
              </a:ext>
            </a:extLst>
          </p:cNvPr>
          <p:cNvSpPr txBox="1"/>
          <p:nvPr/>
        </p:nvSpPr>
        <p:spPr>
          <a:xfrm>
            <a:off x="3711495" y="3772677"/>
            <a:ext cx="2578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Painel controle de risco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D1D372AA-27D9-B044-3D51-A3B996DA5EA0}"/>
              </a:ext>
            </a:extLst>
          </p:cNvPr>
          <p:cNvGrpSpPr/>
          <p:nvPr/>
        </p:nvGrpSpPr>
        <p:grpSpPr>
          <a:xfrm>
            <a:off x="3221895" y="4590288"/>
            <a:ext cx="3068208" cy="489600"/>
            <a:chOff x="3221895" y="4590288"/>
            <a:chExt cx="3068208" cy="489600"/>
          </a:xfrm>
        </p:grpSpPr>
        <p:pic>
          <p:nvPicPr>
            <p:cNvPr id="7" name="Gráfico 6" descr="Estatísticas estrutura de tópicos">
              <a:extLst>
                <a:ext uri="{FF2B5EF4-FFF2-40B4-BE49-F238E27FC236}">
                  <a16:creationId xmlns:a16="http://schemas.microsoft.com/office/drawing/2014/main" id="{A850C226-DF1A-73E4-BBFE-69F7D197A9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21895" y="4590288"/>
              <a:ext cx="489600" cy="489600"/>
            </a:xfrm>
            <a:prstGeom prst="rect">
              <a:avLst/>
            </a:prstGeom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2F85B05B-7298-FE9B-58F6-7E30833B4508}"/>
                </a:ext>
              </a:extLst>
            </p:cNvPr>
            <p:cNvSpPr txBox="1"/>
            <p:nvPr/>
          </p:nvSpPr>
          <p:spPr>
            <a:xfrm>
              <a:off x="3711495" y="4650422"/>
              <a:ext cx="2578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Visão de oportunidades</a:t>
              </a:r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331C6BBD-E280-AAA6-6B26-C50F05CC49D4}"/>
              </a:ext>
            </a:extLst>
          </p:cNvPr>
          <p:cNvGrpSpPr/>
          <p:nvPr/>
        </p:nvGrpSpPr>
        <p:grpSpPr>
          <a:xfrm>
            <a:off x="3221895" y="5449277"/>
            <a:ext cx="3068208" cy="489600"/>
            <a:chOff x="3221895" y="5449277"/>
            <a:chExt cx="3068208" cy="489600"/>
          </a:xfrm>
        </p:grpSpPr>
        <p:pic>
          <p:nvPicPr>
            <p:cNvPr id="10" name="Gráfico 9" descr="Cérebro esquerdo estrutura de tópicos">
              <a:extLst>
                <a:ext uri="{FF2B5EF4-FFF2-40B4-BE49-F238E27FC236}">
                  <a16:creationId xmlns:a16="http://schemas.microsoft.com/office/drawing/2014/main" id="{29003EE3-1751-CCE9-C856-54BBB7FE28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21895" y="5449277"/>
              <a:ext cx="489600" cy="489600"/>
            </a:xfrm>
            <a:prstGeom prst="rect">
              <a:avLst/>
            </a:prstGeom>
          </p:spPr>
        </p:pic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44C6BED5-E375-C69D-8C90-2E874A5C836F}"/>
                </a:ext>
              </a:extLst>
            </p:cNvPr>
            <p:cNvSpPr txBox="1"/>
            <p:nvPr/>
          </p:nvSpPr>
          <p:spPr>
            <a:xfrm>
              <a:off x="3711495" y="5509411"/>
              <a:ext cx="2578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chemeClr val="bg1"/>
                  </a:solidFill>
                </a:rPr>
                <a:t>Visão operacional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95667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941</TotalTime>
  <Words>14</Words>
  <Application>Microsoft Office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Vitor Coppe</dc:creator>
  <cp:lastModifiedBy>Vitor Coppe</cp:lastModifiedBy>
  <cp:revision>1</cp:revision>
  <dcterms:created xsi:type="dcterms:W3CDTF">2026-04-07T00:57:33Z</dcterms:created>
  <dcterms:modified xsi:type="dcterms:W3CDTF">2026-04-20T13:16:42Z</dcterms:modified>
</cp:coreProperties>
</file>